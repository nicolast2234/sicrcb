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816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26217" y="1624708"/>
            <a:ext cx="7067623" cy="22536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1" i="0">
                <a:solidFill>
                  <a:srgbClr val="23403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23403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1" i="0">
                <a:solidFill>
                  <a:srgbClr val="23403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23403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1" i="0">
                <a:solidFill>
                  <a:srgbClr val="23403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1" i="0">
                <a:solidFill>
                  <a:srgbClr val="23403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578228"/>
            <a:ext cx="16256000" cy="24050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1" i="0">
                <a:solidFill>
                  <a:srgbClr val="23403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8700" y="3847338"/>
            <a:ext cx="9796780" cy="335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23403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jpg"/><Relationship Id="rId5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12129" y="0"/>
            <a:ext cx="8876030" cy="10287000"/>
            <a:chOff x="9412129" y="0"/>
            <a:chExt cx="8876030" cy="10287000"/>
          </a:xfrm>
        </p:grpSpPr>
        <p:sp>
          <p:nvSpPr>
            <p:cNvPr id="3" name="object 3"/>
            <p:cNvSpPr/>
            <p:nvPr/>
          </p:nvSpPr>
          <p:spPr>
            <a:xfrm>
              <a:off x="9412129" y="0"/>
              <a:ext cx="8876030" cy="10287000"/>
            </a:xfrm>
            <a:custGeom>
              <a:avLst/>
              <a:gdLst/>
              <a:ahLst/>
              <a:cxnLst/>
              <a:rect l="l" t="t" r="r" b="b"/>
              <a:pathLst>
                <a:path w="8876030" h="10287000">
                  <a:moveTo>
                    <a:pt x="8875870" y="10286999"/>
                  </a:moveTo>
                  <a:lnTo>
                    <a:pt x="2873782" y="10286999"/>
                  </a:lnTo>
                  <a:lnTo>
                    <a:pt x="66072" y="5461246"/>
                  </a:lnTo>
                  <a:lnTo>
                    <a:pt x="44048" y="5418770"/>
                  </a:lnTo>
                  <a:lnTo>
                    <a:pt x="26428" y="5374835"/>
                  </a:lnTo>
                  <a:lnTo>
                    <a:pt x="13214" y="5329766"/>
                  </a:lnTo>
                  <a:lnTo>
                    <a:pt x="4404" y="5283887"/>
                  </a:lnTo>
                  <a:lnTo>
                    <a:pt x="0" y="5237522"/>
                  </a:lnTo>
                  <a:lnTo>
                    <a:pt x="0" y="5190995"/>
                  </a:lnTo>
                  <a:lnTo>
                    <a:pt x="4404" y="5144630"/>
                  </a:lnTo>
                  <a:lnTo>
                    <a:pt x="13214" y="5098751"/>
                  </a:lnTo>
                  <a:lnTo>
                    <a:pt x="26428" y="5053682"/>
                  </a:lnTo>
                  <a:lnTo>
                    <a:pt x="44048" y="5009747"/>
                  </a:lnTo>
                  <a:lnTo>
                    <a:pt x="66072" y="4967271"/>
                  </a:lnTo>
                  <a:lnTo>
                    <a:pt x="2956120" y="0"/>
                  </a:lnTo>
                  <a:lnTo>
                    <a:pt x="8875870" y="0"/>
                  </a:lnTo>
                  <a:lnTo>
                    <a:pt x="8875870" y="10286999"/>
                  </a:lnTo>
                  <a:close/>
                </a:path>
              </a:pathLst>
            </a:custGeom>
            <a:solidFill>
              <a:srgbClr val="155C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964562" y="0"/>
              <a:ext cx="8323580" cy="9140825"/>
            </a:xfrm>
            <a:custGeom>
              <a:avLst/>
              <a:gdLst/>
              <a:ahLst/>
              <a:cxnLst/>
              <a:rect l="l" t="t" r="r" b="b"/>
              <a:pathLst>
                <a:path w="8323580" h="9140825">
                  <a:moveTo>
                    <a:pt x="8323438" y="9140652"/>
                  </a:moveTo>
                  <a:lnTo>
                    <a:pt x="3635165" y="9140652"/>
                  </a:lnTo>
                  <a:lnTo>
                    <a:pt x="3587294" y="9138346"/>
                  </a:lnTo>
                  <a:lnTo>
                    <a:pt x="3540361" y="9131534"/>
                  </a:lnTo>
                  <a:lnTo>
                    <a:pt x="3494641" y="9120374"/>
                  </a:lnTo>
                  <a:lnTo>
                    <a:pt x="3450413" y="9105025"/>
                  </a:lnTo>
                  <a:lnTo>
                    <a:pt x="3407950" y="9085647"/>
                  </a:lnTo>
                  <a:lnTo>
                    <a:pt x="3367531" y="9062398"/>
                  </a:lnTo>
                  <a:lnTo>
                    <a:pt x="3329430" y="9035436"/>
                  </a:lnTo>
                  <a:lnTo>
                    <a:pt x="3293925" y="9004922"/>
                  </a:lnTo>
                  <a:lnTo>
                    <a:pt x="3261291" y="8971013"/>
                  </a:lnTo>
                  <a:lnTo>
                    <a:pt x="3231804" y="8933869"/>
                  </a:lnTo>
                  <a:lnTo>
                    <a:pt x="3205741" y="8893648"/>
                  </a:lnTo>
                  <a:lnTo>
                    <a:pt x="66062" y="3495932"/>
                  </a:lnTo>
                  <a:lnTo>
                    <a:pt x="44041" y="3453451"/>
                  </a:lnTo>
                  <a:lnTo>
                    <a:pt x="26424" y="3409513"/>
                  </a:lnTo>
                  <a:lnTo>
                    <a:pt x="13212" y="3364442"/>
                  </a:lnTo>
                  <a:lnTo>
                    <a:pt x="4404" y="3318560"/>
                  </a:lnTo>
                  <a:lnTo>
                    <a:pt x="0" y="3272193"/>
                  </a:lnTo>
                  <a:lnTo>
                    <a:pt x="0" y="3225663"/>
                  </a:lnTo>
                  <a:lnTo>
                    <a:pt x="4404" y="3179296"/>
                  </a:lnTo>
                  <a:lnTo>
                    <a:pt x="13212" y="3133414"/>
                  </a:lnTo>
                  <a:lnTo>
                    <a:pt x="26424" y="3088343"/>
                  </a:lnTo>
                  <a:lnTo>
                    <a:pt x="44041" y="3044405"/>
                  </a:lnTo>
                  <a:lnTo>
                    <a:pt x="66062" y="3001924"/>
                  </a:lnTo>
                  <a:lnTo>
                    <a:pt x="1812185" y="0"/>
                  </a:lnTo>
                  <a:lnTo>
                    <a:pt x="8323438" y="0"/>
                  </a:lnTo>
                  <a:lnTo>
                    <a:pt x="8323438" y="9140652"/>
                  </a:lnTo>
                  <a:close/>
                </a:path>
              </a:pathLst>
            </a:custGeom>
            <a:solidFill>
              <a:srgbClr val="1C73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0" y="0"/>
            <a:ext cx="1391285" cy="1554480"/>
          </a:xfrm>
          <a:custGeom>
            <a:avLst/>
            <a:gdLst/>
            <a:ahLst/>
            <a:cxnLst/>
            <a:rect l="l" t="t" r="r" b="b"/>
            <a:pathLst>
              <a:path w="1391285" h="1554480">
                <a:moveTo>
                  <a:pt x="343606" y="1554381"/>
                </a:moveTo>
                <a:lnTo>
                  <a:pt x="0" y="1554381"/>
                </a:lnTo>
                <a:lnTo>
                  <a:pt x="0" y="0"/>
                </a:lnTo>
                <a:lnTo>
                  <a:pt x="1390848" y="0"/>
                </a:lnTo>
                <a:lnTo>
                  <a:pt x="558332" y="1430887"/>
                </a:lnTo>
                <a:lnTo>
                  <a:pt x="527410" y="1473090"/>
                </a:lnTo>
                <a:lnTo>
                  <a:pt x="489007" y="1507386"/>
                </a:lnTo>
                <a:lnTo>
                  <a:pt x="444592" y="1532931"/>
                </a:lnTo>
                <a:lnTo>
                  <a:pt x="395635" y="1548877"/>
                </a:lnTo>
                <a:lnTo>
                  <a:pt x="343606" y="1554381"/>
                </a:lnTo>
                <a:close/>
              </a:path>
            </a:pathLst>
          </a:custGeom>
          <a:solidFill>
            <a:srgbClr val="1C73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870083" y="8140036"/>
            <a:ext cx="2706370" cy="2147570"/>
          </a:xfrm>
          <a:custGeom>
            <a:avLst/>
            <a:gdLst/>
            <a:ahLst/>
            <a:cxnLst/>
            <a:rect l="l" t="t" r="r" b="b"/>
            <a:pathLst>
              <a:path w="2706370" h="2147570">
                <a:moveTo>
                  <a:pt x="2706361" y="2146963"/>
                </a:moveTo>
                <a:lnTo>
                  <a:pt x="0" y="2146963"/>
                </a:lnTo>
                <a:lnTo>
                  <a:pt x="1164151" y="109697"/>
                </a:lnTo>
                <a:lnTo>
                  <a:pt x="1191195" y="72240"/>
                </a:lnTo>
                <a:lnTo>
                  <a:pt x="1224934" y="41779"/>
                </a:lnTo>
                <a:lnTo>
                  <a:pt x="1264054" y="19077"/>
                </a:lnTo>
                <a:lnTo>
                  <a:pt x="1307241" y="4896"/>
                </a:lnTo>
                <a:lnTo>
                  <a:pt x="1353180" y="0"/>
                </a:lnTo>
                <a:lnTo>
                  <a:pt x="1399119" y="4896"/>
                </a:lnTo>
                <a:lnTo>
                  <a:pt x="1442306" y="19077"/>
                </a:lnTo>
                <a:lnTo>
                  <a:pt x="1481426" y="41779"/>
                </a:lnTo>
                <a:lnTo>
                  <a:pt x="1515166" y="72240"/>
                </a:lnTo>
                <a:lnTo>
                  <a:pt x="1542209" y="109697"/>
                </a:lnTo>
                <a:lnTo>
                  <a:pt x="2706361" y="2146963"/>
                </a:lnTo>
                <a:close/>
              </a:path>
            </a:pathLst>
          </a:custGeom>
          <a:solidFill>
            <a:srgbClr val="1C7362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9779035" y="0"/>
            <a:ext cx="8718550" cy="9140825"/>
            <a:chOff x="9779035" y="0"/>
            <a:chExt cx="8718550" cy="9140825"/>
          </a:xfrm>
        </p:grpSpPr>
        <p:sp>
          <p:nvSpPr>
            <p:cNvPr id="8" name="object 8"/>
            <p:cNvSpPr/>
            <p:nvPr/>
          </p:nvSpPr>
          <p:spPr>
            <a:xfrm>
              <a:off x="10521427" y="0"/>
              <a:ext cx="1776730" cy="1388745"/>
            </a:xfrm>
            <a:custGeom>
              <a:avLst/>
              <a:gdLst/>
              <a:ahLst/>
              <a:cxnLst/>
              <a:rect l="l" t="t" r="r" b="b"/>
              <a:pathLst>
                <a:path w="1776729" h="1388745">
                  <a:moveTo>
                    <a:pt x="0" y="0"/>
                  </a:moveTo>
                  <a:lnTo>
                    <a:pt x="1776343" y="0"/>
                  </a:lnTo>
                  <a:lnTo>
                    <a:pt x="1029943" y="1306199"/>
                  </a:lnTo>
                  <a:lnTo>
                    <a:pt x="1003766" y="1340518"/>
                  </a:lnTo>
                  <a:lnTo>
                    <a:pt x="970129" y="1366414"/>
                  </a:lnTo>
                  <a:lnTo>
                    <a:pt x="930955" y="1382772"/>
                  </a:lnTo>
                  <a:lnTo>
                    <a:pt x="888171" y="1388473"/>
                  </a:lnTo>
                  <a:lnTo>
                    <a:pt x="845387" y="1382772"/>
                  </a:lnTo>
                  <a:lnTo>
                    <a:pt x="806214" y="1366414"/>
                  </a:lnTo>
                  <a:lnTo>
                    <a:pt x="772576" y="1340518"/>
                  </a:lnTo>
                  <a:lnTo>
                    <a:pt x="746399" y="13061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7362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79035" y="882162"/>
              <a:ext cx="7486649" cy="687704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836483" y="1287866"/>
              <a:ext cx="8451850" cy="7853045"/>
            </a:xfrm>
            <a:custGeom>
              <a:avLst/>
              <a:gdLst/>
              <a:ahLst/>
              <a:cxnLst/>
              <a:rect l="l" t="t" r="r" b="b"/>
              <a:pathLst>
                <a:path w="8451850" h="7853045">
                  <a:moveTo>
                    <a:pt x="6369568" y="7852784"/>
                  </a:moveTo>
                  <a:lnTo>
                    <a:pt x="2562674" y="7852784"/>
                  </a:lnTo>
                  <a:lnTo>
                    <a:pt x="2512429" y="7850882"/>
                  </a:lnTo>
                  <a:lnTo>
                    <a:pt x="2462907" y="7845242"/>
                  </a:lnTo>
                  <a:lnTo>
                    <a:pt x="2414288" y="7835968"/>
                  </a:lnTo>
                  <a:lnTo>
                    <a:pt x="2366749" y="7823163"/>
                  </a:lnTo>
                  <a:lnTo>
                    <a:pt x="2320469" y="7806928"/>
                  </a:lnTo>
                  <a:lnTo>
                    <a:pt x="2275626" y="7787368"/>
                  </a:lnTo>
                  <a:lnTo>
                    <a:pt x="2232400" y="7764584"/>
                  </a:lnTo>
                  <a:lnTo>
                    <a:pt x="2190969" y="7738679"/>
                  </a:lnTo>
                  <a:lnTo>
                    <a:pt x="2151511" y="7709757"/>
                  </a:lnTo>
                  <a:lnTo>
                    <a:pt x="2114205" y="7677919"/>
                  </a:lnTo>
                  <a:lnTo>
                    <a:pt x="2079229" y="7643268"/>
                  </a:lnTo>
                  <a:lnTo>
                    <a:pt x="2046763" y="7605908"/>
                  </a:lnTo>
                  <a:lnTo>
                    <a:pt x="2016984" y="7565940"/>
                  </a:lnTo>
                  <a:lnTo>
                    <a:pt x="1990072" y="7523468"/>
                  </a:lnTo>
                  <a:lnTo>
                    <a:pt x="88830" y="4255708"/>
                  </a:lnTo>
                  <a:lnTo>
                    <a:pt x="65263" y="4211388"/>
                  </a:lnTo>
                  <a:lnTo>
                    <a:pt x="45321" y="4165810"/>
                  </a:lnTo>
                  <a:lnTo>
                    <a:pt x="29005" y="4119184"/>
                  </a:lnTo>
                  <a:lnTo>
                    <a:pt x="16315" y="4071719"/>
                  </a:lnTo>
                  <a:lnTo>
                    <a:pt x="7251" y="4023626"/>
                  </a:lnTo>
                  <a:lnTo>
                    <a:pt x="1812" y="3975114"/>
                  </a:lnTo>
                  <a:lnTo>
                    <a:pt x="0" y="3926392"/>
                  </a:lnTo>
                  <a:lnTo>
                    <a:pt x="1812" y="3877670"/>
                  </a:lnTo>
                  <a:lnTo>
                    <a:pt x="7251" y="3829158"/>
                  </a:lnTo>
                  <a:lnTo>
                    <a:pt x="16315" y="3781065"/>
                  </a:lnTo>
                  <a:lnTo>
                    <a:pt x="29005" y="3733600"/>
                  </a:lnTo>
                  <a:lnTo>
                    <a:pt x="45321" y="3686974"/>
                  </a:lnTo>
                  <a:lnTo>
                    <a:pt x="65263" y="3641396"/>
                  </a:lnTo>
                  <a:lnTo>
                    <a:pt x="88830" y="3597075"/>
                  </a:lnTo>
                  <a:lnTo>
                    <a:pt x="1990072" y="329316"/>
                  </a:lnTo>
                  <a:lnTo>
                    <a:pt x="2016984" y="286844"/>
                  </a:lnTo>
                  <a:lnTo>
                    <a:pt x="2046763" y="246876"/>
                  </a:lnTo>
                  <a:lnTo>
                    <a:pt x="2079229" y="209516"/>
                  </a:lnTo>
                  <a:lnTo>
                    <a:pt x="2114205" y="174865"/>
                  </a:lnTo>
                  <a:lnTo>
                    <a:pt x="2151511" y="143027"/>
                  </a:lnTo>
                  <a:lnTo>
                    <a:pt x="2190969" y="114105"/>
                  </a:lnTo>
                  <a:lnTo>
                    <a:pt x="2232400" y="88200"/>
                  </a:lnTo>
                  <a:lnTo>
                    <a:pt x="2275626" y="65416"/>
                  </a:lnTo>
                  <a:lnTo>
                    <a:pt x="2320469" y="45856"/>
                  </a:lnTo>
                  <a:lnTo>
                    <a:pt x="2366749" y="29621"/>
                  </a:lnTo>
                  <a:lnTo>
                    <a:pt x="2414288" y="16816"/>
                  </a:lnTo>
                  <a:lnTo>
                    <a:pt x="2462907" y="7542"/>
                  </a:lnTo>
                  <a:lnTo>
                    <a:pt x="2512429" y="1902"/>
                  </a:lnTo>
                  <a:lnTo>
                    <a:pt x="2562674" y="0"/>
                  </a:lnTo>
                  <a:lnTo>
                    <a:pt x="6369568" y="0"/>
                  </a:lnTo>
                  <a:lnTo>
                    <a:pt x="6419812" y="1902"/>
                  </a:lnTo>
                  <a:lnTo>
                    <a:pt x="6469333" y="7542"/>
                  </a:lnTo>
                  <a:lnTo>
                    <a:pt x="6517953" y="16816"/>
                  </a:lnTo>
                  <a:lnTo>
                    <a:pt x="6565492" y="29621"/>
                  </a:lnTo>
                  <a:lnTo>
                    <a:pt x="6611772" y="45856"/>
                  </a:lnTo>
                  <a:lnTo>
                    <a:pt x="6656614" y="65416"/>
                  </a:lnTo>
                  <a:lnTo>
                    <a:pt x="6699840" y="88200"/>
                  </a:lnTo>
                  <a:lnTo>
                    <a:pt x="6741272" y="114105"/>
                  </a:lnTo>
                  <a:lnTo>
                    <a:pt x="6780730" y="143027"/>
                  </a:lnTo>
                  <a:lnTo>
                    <a:pt x="6818036" y="174865"/>
                  </a:lnTo>
                  <a:lnTo>
                    <a:pt x="6853011" y="209516"/>
                  </a:lnTo>
                  <a:lnTo>
                    <a:pt x="6885478" y="246876"/>
                  </a:lnTo>
                  <a:lnTo>
                    <a:pt x="6915256" y="286844"/>
                  </a:lnTo>
                  <a:lnTo>
                    <a:pt x="6942169" y="329316"/>
                  </a:lnTo>
                  <a:lnTo>
                    <a:pt x="8451516" y="2923505"/>
                  </a:lnTo>
                  <a:lnTo>
                    <a:pt x="8451516" y="4929278"/>
                  </a:lnTo>
                  <a:lnTo>
                    <a:pt x="6942169" y="7523468"/>
                  </a:lnTo>
                  <a:lnTo>
                    <a:pt x="6915256" y="7565940"/>
                  </a:lnTo>
                  <a:lnTo>
                    <a:pt x="6885478" y="7605908"/>
                  </a:lnTo>
                  <a:lnTo>
                    <a:pt x="6853011" y="7643268"/>
                  </a:lnTo>
                  <a:lnTo>
                    <a:pt x="6818036" y="7677919"/>
                  </a:lnTo>
                  <a:lnTo>
                    <a:pt x="6780730" y="7709757"/>
                  </a:lnTo>
                  <a:lnTo>
                    <a:pt x="6741272" y="7738679"/>
                  </a:lnTo>
                  <a:lnTo>
                    <a:pt x="6699840" y="7764584"/>
                  </a:lnTo>
                  <a:lnTo>
                    <a:pt x="6656614" y="7787368"/>
                  </a:lnTo>
                  <a:lnTo>
                    <a:pt x="6611772" y="7806928"/>
                  </a:lnTo>
                  <a:lnTo>
                    <a:pt x="6565492" y="7823163"/>
                  </a:lnTo>
                  <a:lnTo>
                    <a:pt x="6517953" y="7835968"/>
                  </a:lnTo>
                  <a:lnTo>
                    <a:pt x="6469333" y="7845242"/>
                  </a:lnTo>
                  <a:lnTo>
                    <a:pt x="6419812" y="7850882"/>
                  </a:lnTo>
                  <a:lnTo>
                    <a:pt x="6369568" y="7852784"/>
                  </a:lnTo>
                  <a:close/>
                </a:path>
              </a:pathLst>
            </a:custGeom>
            <a:solidFill>
              <a:srgbClr val="1C73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11539" y="1613523"/>
              <a:ext cx="8276460" cy="730723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011538" y="1613520"/>
              <a:ext cx="8276590" cy="7305675"/>
            </a:xfrm>
            <a:custGeom>
              <a:avLst/>
              <a:gdLst/>
              <a:ahLst/>
              <a:cxnLst/>
              <a:rect l="l" t="t" r="r" b="b"/>
              <a:pathLst>
                <a:path w="8276590" h="7305675">
                  <a:moveTo>
                    <a:pt x="8276418" y="7231647"/>
                  </a:moveTo>
                  <a:lnTo>
                    <a:pt x="8240779" y="7252239"/>
                  </a:lnTo>
                  <a:lnTo>
                    <a:pt x="8198307" y="7271617"/>
                  </a:lnTo>
                  <a:lnTo>
                    <a:pt x="8154069" y="7286963"/>
                  </a:lnTo>
                  <a:lnTo>
                    <a:pt x="8108341" y="7298120"/>
                  </a:lnTo>
                  <a:lnTo>
                    <a:pt x="8061400" y="7304929"/>
                  </a:lnTo>
                  <a:lnTo>
                    <a:pt x="8045876" y="7305656"/>
                  </a:lnTo>
                </a:path>
                <a:path w="8276590" h="7305675">
                  <a:moveTo>
                    <a:pt x="2301556" y="7305654"/>
                  </a:moveTo>
                  <a:lnTo>
                    <a:pt x="2239043" y="7298112"/>
                  </a:lnTo>
                  <a:lnTo>
                    <a:pt x="2193317" y="7286950"/>
                  </a:lnTo>
                  <a:lnTo>
                    <a:pt x="2149082" y="7271599"/>
                  </a:lnTo>
                  <a:lnTo>
                    <a:pt x="2106614" y="7252218"/>
                  </a:lnTo>
                  <a:lnTo>
                    <a:pt x="2066190" y="7228965"/>
                  </a:lnTo>
                  <a:lnTo>
                    <a:pt x="2028084" y="7202000"/>
                  </a:lnTo>
                  <a:lnTo>
                    <a:pt x="1992575" y="7171482"/>
                  </a:lnTo>
                  <a:lnTo>
                    <a:pt x="1959937" y="7137569"/>
                  </a:lnTo>
                  <a:lnTo>
                    <a:pt x="1930448" y="7100421"/>
                  </a:lnTo>
                  <a:lnTo>
                    <a:pt x="1904381" y="7060200"/>
                  </a:lnTo>
                  <a:lnTo>
                    <a:pt x="66063" y="3900587"/>
                  </a:lnTo>
                  <a:lnTo>
                    <a:pt x="44039" y="3858106"/>
                  </a:lnTo>
                  <a:lnTo>
                    <a:pt x="26421" y="3814168"/>
                  </a:lnTo>
                  <a:lnTo>
                    <a:pt x="13208" y="3769096"/>
                  </a:lnTo>
                  <a:lnTo>
                    <a:pt x="4401" y="3723214"/>
                  </a:lnTo>
                  <a:lnTo>
                    <a:pt x="0" y="3676846"/>
                  </a:lnTo>
                  <a:lnTo>
                    <a:pt x="3" y="3630318"/>
                  </a:lnTo>
                  <a:lnTo>
                    <a:pt x="4411" y="3583951"/>
                  </a:lnTo>
                  <a:lnTo>
                    <a:pt x="13225" y="3538072"/>
                  </a:lnTo>
                  <a:lnTo>
                    <a:pt x="26443" y="3493003"/>
                  </a:lnTo>
                  <a:lnTo>
                    <a:pt x="44066" y="3449070"/>
                  </a:lnTo>
                  <a:lnTo>
                    <a:pt x="66092" y="3406594"/>
                  </a:lnTo>
                  <a:lnTo>
                    <a:pt x="1904411" y="246983"/>
                  </a:lnTo>
                  <a:lnTo>
                    <a:pt x="1930480" y="206765"/>
                  </a:lnTo>
                  <a:lnTo>
                    <a:pt x="1959972" y="169623"/>
                  </a:lnTo>
                  <a:lnTo>
                    <a:pt x="1992610" y="135717"/>
                  </a:lnTo>
                  <a:lnTo>
                    <a:pt x="2028119" y="105205"/>
                  </a:lnTo>
                  <a:lnTo>
                    <a:pt x="2066222" y="78246"/>
                  </a:lnTo>
                  <a:lnTo>
                    <a:pt x="2106644" y="55000"/>
                  </a:lnTo>
                  <a:lnTo>
                    <a:pt x="2149108" y="35624"/>
                  </a:lnTo>
                  <a:lnTo>
                    <a:pt x="2193339" y="20277"/>
                  </a:lnTo>
                  <a:lnTo>
                    <a:pt x="2239059" y="9119"/>
                  </a:lnTo>
                  <a:lnTo>
                    <a:pt x="2285993" y="2307"/>
                  </a:lnTo>
                  <a:lnTo>
                    <a:pt x="2333865" y="2"/>
                  </a:lnTo>
                  <a:lnTo>
                    <a:pt x="8013525" y="0"/>
                  </a:lnTo>
                  <a:lnTo>
                    <a:pt x="8061398" y="2301"/>
                  </a:lnTo>
                  <a:lnTo>
                    <a:pt x="8108333" y="9108"/>
                  </a:lnTo>
                  <a:lnTo>
                    <a:pt x="8154056" y="20263"/>
                  </a:lnTo>
                  <a:lnTo>
                    <a:pt x="8198289" y="35607"/>
                  </a:lnTo>
                  <a:lnTo>
                    <a:pt x="8240757" y="54981"/>
                  </a:lnTo>
                  <a:lnTo>
                    <a:pt x="8276449" y="75533"/>
                  </a:lnTo>
                </a:path>
              </a:pathLst>
            </a:custGeom>
            <a:ln w="419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6775" y="8733154"/>
            <a:ext cx="1400174" cy="1352549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627584" y="3703634"/>
            <a:ext cx="8265159" cy="197294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 marR="5080">
              <a:lnSpc>
                <a:spcPts val="4770"/>
              </a:lnSpc>
              <a:spcBef>
                <a:spcPts val="1110"/>
              </a:spcBef>
            </a:pPr>
            <a:r>
              <a:rPr sz="4800" b="0" dirty="0">
                <a:latin typeface="Arial MT"/>
                <a:cs typeface="Arial MT"/>
              </a:rPr>
              <a:t>SISTEMA</a:t>
            </a:r>
            <a:r>
              <a:rPr sz="4800" b="0" spc="-25" dirty="0">
                <a:latin typeface="Arial MT"/>
                <a:cs typeface="Arial MT"/>
              </a:rPr>
              <a:t> </a:t>
            </a:r>
            <a:r>
              <a:rPr sz="4800" b="0" dirty="0">
                <a:latin typeface="Arial MT"/>
                <a:cs typeface="Arial MT"/>
              </a:rPr>
              <a:t>DE</a:t>
            </a:r>
            <a:r>
              <a:rPr sz="4800" b="0" spc="-10" dirty="0">
                <a:latin typeface="Arial MT"/>
                <a:cs typeface="Arial MT"/>
              </a:rPr>
              <a:t> INFORMACION </a:t>
            </a:r>
            <a:r>
              <a:rPr sz="4800" b="0" dirty="0">
                <a:latin typeface="Arial MT"/>
                <a:cs typeface="Arial MT"/>
              </a:rPr>
              <a:t>CONJUNTO</a:t>
            </a:r>
            <a:r>
              <a:rPr sz="4800" b="0" spc="-30" dirty="0">
                <a:latin typeface="Arial MT"/>
                <a:cs typeface="Arial MT"/>
              </a:rPr>
              <a:t> </a:t>
            </a:r>
            <a:r>
              <a:rPr sz="4800" b="0" spc="-10" dirty="0">
                <a:latin typeface="Arial MT"/>
                <a:cs typeface="Arial MT"/>
              </a:rPr>
              <a:t>RESIDENCIAL </a:t>
            </a:r>
            <a:r>
              <a:rPr sz="4800" b="0" dirty="0">
                <a:latin typeface="Arial MT"/>
                <a:cs typeface="Arial MT"/>
              </a:rPr>
              <a:t>CASA</a:t>
            </a:r>
            <a:r>
              <a:rPr sz="4800" b="0" spc="-20" dirty="0">
                <a:latin typeface="Arial MT"/>
                <a:cs typeface="Arial MT"/>
              </a:rPr>
              <a:t> </a:t>
            </a:r>
            <a:r>
              <a:rPr sz="4800" b="0" spc="-10" dirty="0">
                <a:latin typeface="Arial MT"/>
                <a:cs typeface="Arial MT"/>
              </a:rPr>
              <a:t>BLANCA</a:t>
            </a:r>
            <a:endParaRPr sz="4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496881" y="0"/>
            <a:ext cx="3791585" cy="1784985"/>
            <a:chOff x="14496881" y="0"/>
            <a:chExt cx="3791585" cy="1784985"/>
          </a:xfrm>
        </p:grpSpPr>
        <p:sp>
          <p:nvSpPr>
            <p:cNvPr id="3" name="object 3"/>
            <p:cNvSpPr/>
            <p:nvPr/>
          </p:nvSpPr>
          <p:spPr>
            <a:xfrm>
              <a:off x="14496881" y="0"/>
              <a:ext cx="3791585" cy="685165"/>
            </a:xfrm>
            <a:custGeom>
              <a:avLst/>
              <a:gdLst/>
              <a:ahLst/>
              <a:cxnLst/>
              <a:rect l="l" t="t" r="r" b="b"/>
              <a:pathLst>
                <a:path w="3791584" h="685165">
                  <a:moveTo>
                    <a:pt x="3791118" y="684900"/>
                  </a:moveTo>
                  <a:lnTo>
                    <a:pt x="581885" y="684900"/>
                  </a:lnTo>
                  <a:lnTo>
                    <a:pt x="532072" y="681105"/>
                  </a:lnTo>
                  <a:lnTo>
                    <a:pt x="484087" y="670001"/>
                  </a:lnTo>
                  <a:lnTo>
                    <a:pt x="438653" y="652005"/>
                  </a:lnTo>
                  <a:lnTo>
                    <a:pt x="396492" y="627539"/>
                  </a:lnTo>
                  <a:lnTo>
                    <a:pt x="358326" y="597020"/>
                  </a:lnTo>
                  <a:lnTo>
                    <a:pt x="324877" y="560867"/>
                  </a:lnTo>
                  <a:lnTo>
                    <a:pt x="296868" y="519501"/>
                  </a:lnTo>
                  <a:lnTo>
                    <a:pt x="0" y="0"/>
                  </a:lnTo>
                  <a:lnTo>
                    <a:pt x="3791118" y="0"/>
                  </a:lnTo>
                  <a:lnTo>
                    <a:pt x="3791118" y="684900"/>
                  </a:lnTo>
                  <a:close/>
                </a:path>
              </a:pathLst>
            </a:custGeom>
            <a:solidFill>
              <a:srgbClr val="2340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174446" y="0"/>
              <a:ext cx="2113553" cy="1784581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973202"/>
            <a:ext cx="17135398" cy="31379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60303" y="3673556"/>
            <a:ext cx="2895599" cy="28955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48652" y="3673556"/>
            <a:ext cx="2895599" cy="2895599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860303" y="3178921"/>
            <a:ext cx="2891155" cy="2891155"/>
          </a:xfrm>
          <a:custGeom>
            <a:avLst/>
            <a:gdLst/>
            <a:ahLst/>
            <a:cxnLst/>
            <a:rect l="l" t="t" r="r" b="b"/>
            <a:pathLst>
              <a:path w="2891154" h="2891154">
                <a:moveTo>
                  <a:pt x="1445566" y="2891133"/>
                </a:moveTo>
                <a:lnTo>
                  <a:pt x="1396880" y="2890329"/>
                </a:lnTo>
                <a:lnTo>
                  <a:pt x="1348597" y="2887932"/>
                </a:lnTo>
                <a:lnTo>
                  <a:pt x="1300742" y="2883969"/>
                </a:lnTo>
                <a:lnTo>
                  <a:pt x="1253340" y="2878464"/>
                </a:lnTo>
                <a:lnTo>
                  <a:pt x="1206418" y="2871444"/>
                </a:lnTo>
                <a:lnTo>
                  <a:pt x="1160000" y="2862932"/>
                </a:lnTo>
                <a:lnTo>
                  <a:pt x="1114111" y="2852955"/>
                </a:lnTo>
                <a:lnTo>
                  <a:pt x="1068777" y="2841537"/>
                </a:lnTo>
                <a:lnTo>
                  <a:pt x="1024024" y="2828705"/>
                </a:lnTo>
                <a:lnTo>
                  <a:pt x="979875" y="2814483"/>
                </a:lnTo>
                <a:lnTo>
                  <a:pt x="936358" y="2798897"/>
                </a:lnTo>
                <a:lnTo>
                  <a:pt x="893496" y="2781971"/>
                </a:lnTo>
                <a:lnTo>
                  <a:pt x="851316" y="2763732"/>
                </a:lnTo>
                <a:lnTo>
                  <a:pt x="809843" y="2744204"/>
                </a:lnTo>
                <a:lnTo>
                  <a:pt x="769101" y="2723413"/>
                </a:lnTo>
                <a:lnTo>
                  <a:pt x="729117" y="2701385"/>
                </a:lnTo>
                <a:lnTo>
                  <a:pt x="689915" y="2678143"/>
                </a:lnTo>
                <a:lnTo>
                  <a:pt x="651521" y="2653715"/>
                </a:lnTo>
                <a:lnTo>
                  <a:pt x="613960" y="2628124"/>
                </a:lnTo>
                <a:lnTo>
                  <a:pt x="577257" y="2601397"/>
                </a:lnTo>
                <a:lnTo>
                  <a:pt x="541438" y="2573559"/>
                </a:lnTo>
                <a:lnTo>
                  <a:pt x="506528" y="2544634"/>
                </a:lnTo>
                <a:lnTo>
                  <a:pt x="472552" y="2514648"/>
                </a:lnTo>
                <a:lnTo>
                  <a:pt x="439536" y="2483628"/>
                </a:lnTo>
                <a:lnTo>
                  <a:pt x="407505" y="2451596"/>
                </a:lnTo>
                <a:lnTo>
                  <a:pt x="376484" y="2418580"/>
                </a:lnTo>
                <a:lnTo>
                  <a:pt x="346499" y="2384605"/>
                </a:lnTo>
                <a:lnTo>
                  <a:pt x="317574" y="2349695"/>
                </a:lnTo>
                <a:lnTo>
                  <a:pt x="289736" y="2313876"/>
                </a:lnTo>
                <a:lnTo>
                  <a:pt x="263008" y="2277173"/>
                </a:lnTo>
                <a:lnTo>
                  <a:pt x="237418" y="2239612"/>
                </a:lnTo>
                <a:lnTo>
                  <a:pt x="212989" y="2201218"/>
                </a:lnTo>
                <a:lnTo>
                  <a:pt x="189748" y="2162016"/>
                </a:lnTo>
                <a:lnTo>
                  <a:pt x="167719" y="2122032"/>
                </a:lnTo>
                <a:lnTo>
                  <a:pt x="146929" y="2081290"/>
                </a:lnTo>
                <a:lnTo>
                  <a:pt x="127401" y="2039817"/>
                </a:lnTo>
                <a:lnTo>
                  <a:pt x="109162" y="1997637"/>
                </a:lnTo>
                <a:lnTo>
                  <a:pt x="92236" y="1954775"/>
                </a:lnTo>
                <a:lnTo>
                  <a:pt x="76650" y="1911258"/>
                </a:lnTo>
                <a:lnTo>
                  <a:pt x="62428" y="1867109"/>
                </a:lnTo>
                <a:lnTo>
                  <a:pt x="49595" y="1822356"/>
                </a:lnTo>
                <a:lnTo>
                  <a:pt x="38178" y="1777022"/>
                </a:lnTo>
                <a:lnTo>
                  <a:pt x="28201" y="1731133"/>
                </a:lnTo>
                <a:lnTo>
                  <a:pt x="19689" y="1684715"/>
                </a:lnTo>
                <a:lnTo>
                  <a:pt x="12668" y="1637793"/>
                </a:lnTo>
                <a:lnTo>
                  <a:pt x="7164" y="1590391"/>
                </a:lnTo>
                <a:lnTo>
                  <a:pt x="3200" y="1542536"/>
                </a:lnTo>
                <a:lnTo>
                  <a:pt x="804" y="1494253"/>
                </a:lnTo>
                <a:lnTo>
                  <a:pt x="0" y="1445567"/>
                </a:lnTo>
                <a:lnTo>
                  <a:pt x="804" y="1396880"/>
                </a:lnTo>
                <a:lnTo>
                  <a:pt x="3200" y="1348597"/>
                </a:lnTo>
                <a:lnTo>
                  <a:pt x="7164" y="1300742"/>
                </a:lnTo>
                <a:lnTo>
                  <a:pt x="12668" y="1253341"/>
                </a:lnTo>
                <a:lnTo>
                  <a:pt x="19689" y="1206418"/>
                </a:lnTo>
                <a:lnTo>
                  <a:pt x="28201" y="1160000"/>
                </a:lnTo>
                <a:lnTo>
                  <a:pt x="38178" y="1114111"/>
                </a:lnTo>
                <a:lnTo>
                  <a:pt x="49595" y="1068778"/>
                </a:lnTo>
                <a:lnTo>
                  <a:pt x="62428" y="1024024"/>
                </a:lnTo>
                <a:lnTo>
                  <a:pt x="76650" y="979876"/>
                </a:lnTo>
                <a:lnTo>
                  <a:pt x="92236" y="936358"/>
                </a:lnTo>
                <a:lnTo>
                  <a:pt x="109162" y="893497"/>
                </a:lnTo>
                <a:lnTo>
                  <a:pt x="127401" y="851316"/>
                </a:lnTo>
                <a:lnTo>
                  <a:pt x="146929" y="809843"/>
                </a:lnTo>
                <a:lnTo>
                  <a:pt x="167719" y="769101"/>
                </a:lnTo>
                <a:lnTo>
                  <a:pt x="189748" y="729117"/>
                </a:lnTo>
                <a:lnTo>
                  <a:pt x="212989" y="689915"/>
                </a:lnTo>
                <a:lnTo>
                  <a:pt x="237418" y="651521"/>
                </a:lnTo>
                <a:lnTo>
                  <a:pt x="263008" y="613960"/>
                </a:lnTo>
                <a:lnTo>
                  <a:pt x="289736" y="577257"/>
                </a:lnTo>
                <a:lnTo>
                  <a:pt x="317574" y="541438"/>
                </a:lnTo>
                <a:lnTo>
                  <a:pt x="346499" y="506528"/>
                </a:lnTo>
                <a:lnTo>
                  <a:pt x="376484" y="472553"/>
                </a:lnTo>
                <a:lnTo>
                  <a:pt x="407505" y="439537"/>
                </a:lnTo>
                <a:lnTo>
                  <a:pt x="439536" y="407505"/>
                </a:lnTo>
                <a:lnTo>
                  <a:pt x="472552" y="376485"/>
                </a:lnTo>
                <a:lnTo>
                  <a:pt x="506528" y="346499"/>
                </a:lnTo>
                <a:lnTo>
                  <a:pt x="541438" y="317574"/>
                </a:lnTo>
                <a:lnTo>
                  <a:pt x="577257" y="289736"/>
                </a:lnTo>
                <a:lnTo>
                  <a:pt x="613960" y="263009"/>
                </a:lnTo>
                <a:lnTo>
                  <a:pt x="651521" y="237418"/>
                </a:lnTo>
                <a:lnTo>
                  <a:pt x="689915" y="212989"/>
                </a:lnTo>
                <a:lnTo>
                  <a:pt x="729117" y="189748"/>
                </a:lnTo>
                <a:lnTo>
                  <a:pt x="769101" y="167719"/>
                </a:lnTo>
                <a:lnTo>
                  <a:pt x="809843" y="146929"/>
                </a:lnTo>
                <a:lnTo>
                  <a:pt x="851316" y="127401"/>
                </a:lnTo>
                <a:lnTo>
                  <a:pt x="893496" y="109162"/>
                </a:lnTo>
                <a:lnTo>
                  <a:pt x="936358" y="92236"/>
                </a:lnTo>
                <a:lnTo>
                  <a:pt x="979875" y="76650"/>
                </a:lnTo>
                <a:lnTo>
                  <a:pt x="1024024" y="62428"/>
                </a:lnTo>
                <a:lnTo>
                  <a:pt x="1068777" y="49595"/>
                </a:lnTo>
                <a:lnTo>
                  <a:pt x="1114111" y="38178"/>
                </a:lnTo>
                <a:lnTo>
                  <a:pt x="1160000" y="28201"/>
                </a:lnTo>
                <a:lnTo>
                  <a:pt x="1206418" y="19689"/>
                </a:lnTo>
                <a:lnTo>
                  <a:pt x="1253340" y="12668"/>
                </a:lnTo>
                <a:lnTo>
                  <a:pt x="1300742" y="7164"/>
                </a:lnTo>
                <a:lnTo>
                  <a:pt x="1348597" y="3200"/>
                </a:lnTo>
                <a:lnTo>
                  <a:pt x="1396880" y="804"/>
                </a:lnTo>
                <a:lnTo>
                  <a:pt x="1445566" y="0"/>
                </a:lnTo>
                <a:lnTo>
                  <a:pt x="1494253" y="804"/>
                </a:lnTo>
                <a:lnTo>
                  <a:pt x="1542536" y="3200"/>
                </a:lnTo>
                <a:lnTo>
                  <a:pt x="1590391" y="7164"/>
                </a:lnTo>
                <a:lnTo>
                  <a:pt x="1637792" y="12668"/>
                </a:lnTo>
                <a:lnTo>
                  <a:pt x="1684715" y="19689"/>
                </a:lnTo>
                <a:lnTo>
                  <a:pt x="1731133" y="28201"/>
                </a:lnTo>
                <a:lnTo>
                  <a:pt x="1777021" y="38178"/>
                </a:lnTo>
                <a:lnTo>
                  <a:pt x="1822355" y="49595"/>
                </a:lnTo>
                <a:lnTo>
                  <a:pt x="1867109" y="62428"/>
                </a:lnTo>
                <a:lnTo>
                  <a:pt x="1911257" y="76650"/>
                </a:lnTo>
                <a:lnTo>
                  <a:pt x="1954775" y="92236"/>
                </a:lnTo>
                <a:lnTo>
                  <a:pt x="1997636" y="109162"/>
                </a:lnTo>
                <a:lnTo>
                  <a:pt x="2039816" y="127401"/>
                </a:lnTo>
                <a:lnTo>
                  <a:pt x="2081290" y="146929"/>
                </a:lnTo>
                <a:lnTo>
                  <a:pt x="2122032" y="167719"/>
                </a:lnTo>
                <a:lnTo>
                  <a:pt x="2162016" y="189748"/>
                </a:lnTo>
                <a:lnTo>
                  <a:pt x="2201218" y="212989"/>
                </a:lnTo>
                <a:lnTo>
                  <a:pt x="2239612" y="237418"/>
                </a:lnTo>
                <a:lnTo>
                  <a:pt x="2277173" y="263009"/>
                </a:lnTo>
                <a:lnTo>
                  <a:pt x="2313876" y="289736"/>
                </a:lnTo>
                <a:lnTo>
                  <a:pt x="2349695" y="317574"/>
                </a:lnTo>
                <a:lnTo>
                  <a:pt x="2384605" y="346499"/>
                </a:lnTo>
                <a:lnTo>
                  <a:pt x="2418580" y="376485"/>
                </a:lnTo>
                <a:lnTo>
                  <a:pt x="2451596" y="407505"/>
                </a:lnTo>
                <a:lnTo>
                  <a:pt x="2483627" y="439537"/>
                </a:lnTo>
                <a:lnTo>
                  <a:pt x="2514648" y="472553"/>
                </a:lnTo>
                <a:lnTo>
                  <a:pt x="2544634" y="506528"/>
                </a:lnTo>
                <a:lnTo>
                  <a:pt x="2573558" y="541438"/>
                </a:lnTo>
                <a:lnTo>
                  <a:pt x="2601397" y="577257"/>
                </a:lnTo>
                <a:lnTo>
                  <a:pt x="2628124" y="613960"/>
                </a:lnTo>
                <a:lnTo>
                  <a:pt x="2653715" y="651521"/>
                </a:lnTo>
                <a:lnTo>
                  <a:pt x="2678143" y="689915"/>
                </a:lnTo>
                <a:lnTo>
                  <a:pt x="2701385" y="729117"/>
                </a:lnTo>
                <a:lnTo>
                  <a:pt x="2723413" y="769101"/>
                </a:lnTo>
                <a:lnTo>
                  <a:pt x="2744204" y="809843"/>
                </a:lnTo>
                <a:lnTo>
                  <a:pt x="2763732" y="851316"/>
                </a:lnTo>
                <a:lnTo>
                  <a:pt x="2781971" y="893497"/>
                </a:lnTo>
                <a:lnTo>
                  <a:pt x="2798897" y="936358"/>
                </a:lnTo>
                <a:lnTo>
                  <a:pt x="2814483" y="979876"/>
                </a:lnTo>
                <a:lnTo>
                  <a:pt x="2828705" y="1024024"/>
                </a:lnTo>
                <a:lnTo>
                  <a:pt x="2841537" y="1068778"/>
                </a:lnTo>
                <a:lnTo>
                  <a:pt x="2852955" y="1114111"/>
                </a:lnTo>
                <a:lnTo>
                  <a:pt x="2862932" y="1160000"/>
                </a:lnTo>
                <a:lnTo>
                  <a:pt x="2871444" y="1206418"/>
                </a:lnTo>
                <a:lnTo>
                  <a:pt x="2878465" y="1253341"/>
                </a:lnTo>
                <a:lnTo>
                  <a:pt x="2883969" y="1300742"/>
                </a:lnTo>
                <a:lnTo>
                  <a:pt x="2887932" y="1348597"/>
                </a:lnTo>
                <a:lnTo>
                  <a:pt x="2890329" y="1396880"/>
                </a:lnTo>
                <a:lnTo>
                  <a:pt x="2891133" y="1445567"/>
                </a:lnTo>
                <a:lnTo>
                  <a:pt x="2890329" y="1494253"/>
                </a:lnTo>
                <a:lnTo>
                  <a:pt x="2887932" y="1542536"/>
                </a:lnTo>
                <a:lnTo>
                  <a:pt x="2883969" y="1590391"/>
                </a:lnTo>
                <a:lnTo>
                  <a:pt x="2878465" y="1637793"/>
                </a:lnTo>
                <a:lnTo>
                  <a:pt x="2871444" y="1684715"/>
                </a:lnTo>
                <a:lnTo>
                  <a:pt x="2862932" y="1731133"/>
                </a:lnTo>
                <a:lnTo>
                  <a:pt x="2852955" y="1777022"/>
                </a:lnTo>
                <a:lnTo>
                  <a:pt x="2841537" y="1822356"/>
                </a:lnTo>
                <a:lnTo>
                  <a:pt x="2828705" y="1867109"/>
                </a:lnTo>
                <a:lnTo>
                  <a:pt x="2814483" y="1911258"/>
                </a:lnTo>
                <a:lnTo>
                  <a:pt x="2798897" y="1954775"/>
                </a:lnTo>
                <a:lnTo>
                  <a:pt x="2781971" y="1997637"/>
                </a:lnTo>
                <a:lnTo>
                  <a:pt x="2763732" y="2039817"/>
                </a:lnTo>
                <a:lnTo>
                  <a:pt x="2744204" y="2081290"/>
                </a:lnTo>
                <a:lnTo>
                  <a:pt x="2723413" y="2122032"/>
                </a:lnTo>
                <a:lnTo>
                  <a:pt x="2701385" y="2162016"/>
                </a:lnTo>
                <a:lnTo>
                  <a:pt x="2678143" y="2201218"/>
                </a:lnTo>
                <a:lnTo>
                  <a:pt x="2653715" y="2239612"/>
                </a:lnTo>
                <a:lnTo>
                  <a:pt x="2628124" y="2277173"/>
                </a:lnTo>
                <a:lnTo>
                  <a:pt x="2601397" y="2313876"/>
                </a:lnTo>
                <a:lnTo>
                  <a:pt x="2573558" y="2349695"/>
                </a:lnTo>
                <a:lnTo>
                  <a:pt x="2544634" y="2384605"/>
                </a:lnTo>
                <a:lnTo>
                  <a:pt x="2514648" y="2418580"/>
                </a:lnTo>
                <a:lnTo>
                  <a:pt x="2483627" y="2451596"/>
                </a:lnTo>
                <a:lnTo>
                  <a:pt x="2451596" y="2483628"/>
                </a:lnTo>
                <a:lnTo>
                  <a:pt x="2418580" y="2514648"/>
                </a:lnTo>
                <a:lnTo>
                  <a:pt x="2384605" y="2544634"/>
                </a:lnTo>
                <a:lnTo>
                  <a:pt x="2349695" y="2573559"/>
                </a:lnTo>
                <a:lnTo>
                  <a:pt x="2313876" y="2601397"/>
                </a:lnTo>
                <a:lnTo>
                  <a:pt x="2277173" y="2628124"/>
                </a:lnTo>
                <a:lnTo>
                  <a:pt x="2239612" y="2653715"/>
                </a:lnTo>
                <a:lnTo>
                  <a:pt x="2201218" y="2678143"/>
                </a:lnTo>
                <a:lnTo>
                  <a:pt x="2162016" y="2701385"/>
                </a:lnTo>
                <a:lnTo>
                  <a:pt x="2122032" y="2723413"/>
                </a:lnTo>
                <a:lnTo>
                  <a:pt x="2081290" y="2744204"/>
                </a:lnTo>
                <a:lnTo>
                  <a:pt x="2039816" y="2763732"/>
                </a:lnTo>
                <a:lnTo>
                  <a:pt x="1997636" y="2781971"/>
                </a:lnTo>
                <a:lnTo>
                  <a:pt x="1954775" y="2798897"/>
                </a:lnTo>
                <a:lnTo>
                  <a:pt x="1911257" y="2814483"/>
                </a:lnTo>
                <a:lnTo>
                  <a:pt x="1867109" y="2828705"/>
                </a:lnTo>
                <a:lnTo>
                  <a:pt x="1822355" y="2841537"/>
                </a:lnTo>
                <a:lnTo>
                  <a:pt x="1777021" y="2852955"/>
                </a:lnTo>
                <a:lnTo>
                  <a:pt x="1731133" y="2862932"/>
                </a:lnTo>
                <a:lnTo>
                  <a:pt x="1684715" y="2871444"/>
                </a:lnTo>
                <a:lnTo>
                  <a:pt x="1637792" y="2878464"/>
                </a:lnTo>
                <a:lnTo>
                  <a:pt x="1590391" y="2883969"/>
                </a:lnTo>
                <a:lnTo>
                  <a:pt x="1542536" y="2887932"/>
                </a:lnTo>
                <a:lnTo>
                  <a:pt x="1494253" y="2890329"/>
                </a:lnTo>
                <a:lnTo>
                  <a:pt x="1445566" y="2891133"/>
                </a:lnTo>
                <a:close/>
              </a:path>
            </a:pathLst>
          </a:custGeom>
          <a:solidFill>
            <a:srgbClr val="1C73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48651" y="3178921"/>
            <a:ext cx="2891155" cy="2891155"/>
          </a:xfrm>
          <a:custGeom>
            <a:avLst/>
            <a:gdLst/>
            <a:ahLst/>
            <a:cxnLst/>
            <a:rect l="l" t="t" r="r" b="b"/>
            <a:pathLst>
              <a:path w="2891154" h="2891154">
                <a:moveTo>
                  <a:pt x="1445566" y="2891133"/>
                </a:moveTo>
                <a:lnTo>
                  <a:pt x="1396880" y="2890329"/>
                </a:lnTo>
                <a:lnTo>
                  <a:pt x="1348597" y="2887932"/>
                </a:lnTo>
                <a:lnTo>
                  <a:pt x="1300742" y="2883969"/>
                </a:lnTo>
                <a:lnTo>
                  <a:pt x="1253340" y="2878464"/>
                </a:lnTo>
                <a:lnTo>
                  <a:pt x="1206418" y="2871444"/>
                </a:lnTo>
                <a:lnTo>
                  <a:pt x="1160000" y="2862932"/>
                </a:lnTo>
                <a:lnTo>
                  <a:pt x="1114111" y="2852955"/>
                </a:lnTo>
                <a:lnTo>
                  <a:pt x="1068777" y="2841537"/>
                </a:lnTo>
                <a:lnTo>
                  <a:pt x="1024024" y="2828705"/>
                </a:lnTo>
                <a:lnTo>
                  <a:pt x="979876" y="2814483"/>
                </a:lnTo>
                <a:lnTo>
                  <a:pt x="936358" y="2798897"/>
                </a:lnTo>
                <a:lnTo>
                  <a:pt x="893497" y="2781971"/>
                </a:lnTo>
                <a:lnTo>
                  <a:pt x="851316" y="2763732"/>
                </a:lnTo>
                <a:lnTo>
                  <a:pt x="809843" y="2744204"/>
                </a:lnTo>
                <a:lnTo>
                  <a:pt x="769101" y="2723413"/>
                </a:lnTo>
                <a:lnTo>
                  <a:pt x="729117" y="2701385"/>
                </a:lnTo>
                <a:lnTo>
                  <a:pt x="689915" y="2678143"/>
                </a:lnTo>
                <a:lnTo>
                  <a:pt x="651521" y="2653715"/>
                </a:lnTo>
                <a:lnTo>
                  <a:pt x="613960" y="2628124"/>
                </a:lnTo>
                <a:lnTo>
                  <a:pt x="577257" y="2601397"/>
                </a:lnTo>
                <a:lnTo>
                  <a:pt x="541438" y="2573559"/>
                </a:lnTo>
                <a:lnTo>
                  <a:pt x="506528" y="2544634"/>
                </a:lnTo>
                <a:lnTo>
                  <a:pt x="472553" y="2514648"/>
                </a:lnTo>
                <a:lnTo>
                  <a:pt x="439537" y="2483628"/>
                </a:lnTo>
                <a:lnTo>
                  <a:pt x="407505" y="2451596"/>
                </a:lnTo>
                <a:lnTo>
                  <a:pt x="376484" y="2418580"/>
                </a:lnTo>
                <a:lnTo>
                  <a:pt x="346499" y="2384605"/>
                </a:lnTo>
                <a:lnTo>
                  <a:pt x="317574" y="2349695"/>
                </a:lnTo>
                <a:lnTo>
                  <a:pt x="289736" y="2313876"/>
                </a:lnTo>
                <a:lnTo>
                  <a:pt x="263009" y="2277173"/>
                </a:lnTo>
                <a:lnTo>
                  <a:pt x="237418" y="2239612"/>
                </a:lnTo>
                <a:lnTo>
                  <a:pt x="212989" y="2201218"/>
                </a:lnTo>
                <a:lnTo>
                  <a:pt x="189748" y="2162016"/>
                </a:lnTo>
                <a:lnTo>
                  <a:pt x="167719" y="2122032"/>
                </a:lnTo>
                <a:lnTo>
                  <a:pt x="146929" y="2081290"/>
                </a:lnTo>
                <a:lnTo>
                  <a:pt x="127401" y="2039817"/>
                </a:lnTo>
                <a:lnTo>
                  <a:pt x="109162" y="1997637"/>
                </a:lnTo>
                <a:lnTo>
                  <a:pt x="92236" y="1954775"/>
                </a:lnTo>
                <a:lnTo>
                  <a:pt x="76650" y="1911258"/>
                </a:lnTo>
                <a:lnTo>
                  <a:pt x="62428" y="1867109"/>
                </a:lnTo>
                <a:lnTo>
                  <a:pt x="49595" y="1822356"/>
                </a:lnTo>
                <a:lnTo>
                  <a:pt x="38178" y="1777022"/>
                </a:lnTo>
                <a:lnTo>
                  <a:pt x="28201" y="1731133"/>
                </a:lnTo>
                <a:lnTo>
                  <a:pt x="19689" y="1684715"/>
                </a:lnTo>
                <a:lnTo>
                  <a:pt x="12668" y="1637793"/>
                </a:lnTo>
                <a:lnTo>
                  <a:pt x="7164" y="1590391"/>
                </a:lnTo>
                <a:lnTo>
                  <a:pt x="3200" y="1542536"/>
                </a:lnTo>
                <a:lnTo>
                  <a:pt x="804" y="1494253"/>
                </a:lnTo>
                <a:lnTo>
                  <a:pt x="0" y="1445567"/>
                </a:lnTo>
                <a:lnTo>
                  <a:pt x="804" y="1396880"/>
                </a:lnTo>
                <a:lnTo>
                  <a:pt x="3200" y="1348597"/>
                </a:lnTo>
                <a:lnTo>
                  <a:pt x="7164" y="1300742"/>
                </a:lnTo>
                <a:lnTo>
                  <a:pt x="12668" y="1253341"/>
                </a:lnTo>
                <a:lnTo>
                  <a:pt x="19689" y="1206418"/>
                </a:lnTo>
                <a:lnTo>
                  <a:pt x="28201" y="1160000"/>
                </a:lnTo>
                <a:lnTo>
                  <a:pt x="38178" y="1114111"/>
                </a:lnTo>
                <a:lnTo>
                  <a:pt x="49595" y="1068778"/>
                </a:lnTo>
                <a:lnTo>
                  <a:pt x="62428" y="1024024"/>
                </a:lnTo>
                <a:lnTo>
                  <a:pt x="76650" y="979876"/>
                </a:lnTo>
                <a:lnTo>
                  <a:pt x="92236" y="936358"/>
                </a:lnTo>
                <a:lnTo>
                  <a:pt x="109162" y="893497"/>
                </a:lnTo>
                <a:lnTo>
                  <a:pt x="127401" y="851316"/>
                </a:lnTo>
                <a:lnTo>
                  <a:pt x="146929" y="809843"/>
                </a:lnTo>
                <a:lnTo>
                  <a:pt x="167719" y="769101"/>
                </a:lnTo>
                <a:lnTo>
                  <a:pt x="189748" y="729117"/>
                </a:lnTo>
                <a:lnTo>
                  <a:pt x="212989" y="689915"/>
                </a:lnTo>
                <a:lnTo>
                  <a:pt x="237418" y="651521"/>
                </a:lnTo>
                <a:lnTo>
                  <a:pt x="263009" y="613960"/>
                </a:lnTo>
                <a:lnTo>
                  <a:pt x="289736" y="577257"/>
                </a:lnTo>
                <a:lnTo>
                  <a:pt x="317574" y="541438"/>
                </a:lnTo>
                <a:lnTo>
                  <a:pt x="346499" y="506528"/>
                </a:lnTo>
                <a:lnTo>
                  <a:pt x="376484" y="472553"/>
                </a:lnTo>
                <a:lnTo>
                  <a:pt x="407505" y="439537"/>
                </a:lnTo>
                <a:lnTo>
                  <a:pt x="439537" y="407505"/>
                </a:lnTo>
                <a:lnTo>
                  <a:pt x="472553" y="376485"/>
                </a:lnTo>
                <a:lnTo>
                  <a:pt x="506528" y="346499"/>
                </a:lnTo>
                <a:lnTo>
                  <a:pt x="541438" y="317574"/>
                </a:lnTo>
                <a:lnTo>
                  <a:pt x="577257" y="289736"/>
                </a:lnTo>
                <a:lnTo>
                  <a:pt x="613960" y="263009"/>
                </a:lnTo>
                <a:lnTo>
                  <a:pt x="651521" y="237418"/>
                </a:lnTo>
                <a:lnTo>
                  <a:pt x="689915" y="212989"/>
                </a:lnTo>
                <a:lnTo>
                  <a:pt x="729117" y="189748"/>
                </a:lnTo>
                <a:lnTo>
                  <a:pt x="769101" y="167719"/>
                </a:lnTo>
                <a:lnTo>
                  <a:pt x="809843" y="146929"/>
                </a:lnTo>
                <a:lnTo>
                  <a:pt x="851316" y="127401"/>
                </a:lnTo>
                <a:lnTo>
                  <a:pt x="893497" y="109162"/>
                </a:lnTo>
                <a:lnTo>
                  <a:pt x="936358" y="92236"/>
                </a:lnTo>
                <a:lnTo>
                  <a:pt x="979876" y="76650"/>
                </a:lnTo>
                <a:lnTo>
                  <a:pt x="1024024" y="62428"/>
                </a:lnTo>
                <a:lnTo>
                  <a:pt x="1068777" y="49595"/>
                </a:lnTo>
                <a:lnTo>
                  <a:pt x="1114111" y="38178"/>
                </a:lnTo>
                <a:lnTo>
                  <a:pt x="1160000" y="28201"/>
                </a:lnTo>
                <a:lnTo>
                  <a:pt x="1206418" y="19689"/>
                </a:lnTo>
                <a:lnTo>
                  <a:pt x="1253340" y="12668"/>
                </a:lnTo>
                <a:lnTo>
                  <a:pt x="1300742" y="7164"/>
                </a:lnTo>
                <a:lnTo>
                  <a:pt x="1348597" y="3200"/>
                </a:lnTo>
                <a:lnTo>
                  <a:pt x="1396880" y="804"/>
                </a:lnTo>
                <a:lnTo>
                  <a:pt x="1445566" y="0"/>
                </a:lnTo>
                <a:lnTo>
                  <a:pt x="1494253" y="804"/>
                </a:lnTo>
                <a:lnTo>
                  <a:pt x="1542536" y="3200"/>
                </a:lnTo>
                <a:lnTo>
                  <a:pt x="1590391" y="7164"/>
                </a:lnTo>
                <a:lnTo>
                  <a:pt x="1637793" y="12668"/>
                </a:lnTo>
                <a:lnTo>
                  <a:pt x="1684715" y="19689"/>
                </a:lnTo>
                <a:lnTo>
                  <a:pt x="1731133" y="28201"/>
                </a:lnTo>
                <a:lnTo>
                  <a:pt x="1777022" y="38178"/>
                </a:lnTo>
                <a:lnTo>
                  <a:pt x="1822356" y="49595"/>
                </a:lnTo>
                <a:lnTo>
                  <a:pt x="1867109" y="62428"/>
                </a:lnTo>
                <a:lnTo>
                  <a:pt x="1911257" y="76650"/>
                </a:lnTo>
                <a:lnTo>
                  <a:pt x="1954775" y="92236"/>
                </a:lnTo>
                <a:lnTo>
                  <a:pt x="1997636" y="109162"/>
                </a:lnTo>
                <a:lnTo>
                  <a:pt x="2039817" y="127401"/>
                </a:lnTo>
                <a:lnTo>
                  <a:pt x="2081290" y="146929"/>
                </a:lnTo>
                <a:lnTo>
                  <a:pt x="2122032" y="167719"/>
                </a:lnTo>
                <a:lnTo>
                  <a:pt x="2162016" y="189748"/>
                </a:lnTo>
                <a:lnTo>
                  <a:pt x="2201218" y="212989"/>
                </a:lnTo>
                <a:lnTo>
                  <a:pt x="2239612" y="237418"/>
                </a:lnTo>
                <a:lnTo>
                  <a:pt x="2277173" y="263009"/>
                </a:lnTo>
                <a:lnTo>
                  <a:pt x="2313876" y="289736"/>
                </a:lnTo>
                <a:lnTo>
                  <a:pt x="2349695" y="317574"/>
                </a:lnTo>
                <a:lnTo>
                  <a:pt x="2384605" y="346499"/>
                </a:lnTo>
                <a:lnTo>
                  <a:pt x="2418580" y="376485"/>
                </a:lnTo>
                <a:lnTo>
                  <a:pt x="2451596" y="407505"/>
                </a:lnTo>
                <a:lnTo>
                  <a:pt x="2483628" y="439537"/>
                </a:lnTo>
                <a:lnTo>
                  <a:pt x="2514649" y="472553"/>
                </a:lnTo>
                <a:lnTo>
                  <a:pt x="2544634" y="506528"/>
                </a:lnTo>
                <a:lnTo>
                  <a:pt x="2573559" y="541438"/>
                </a:lnTo>
                <a:lnTo>
                  <a:pt x="2601397" y="577257"/>
                </a:lnTo>
                <a:lnTo>
                  <a:pt x="2628124" y="613960"/>
                </a:lnTo>
                <a:lnTo>
                  <a:pt x="2653715" y="651521"/>
                </a:lnTo>
                <a:lnTo>
                  <a:pt x="2678143" y="689915"/>
                </a:lnTo>
                <a:lnTo>
                  <a:pt x="2701385" y="729117"/>
                </a:lnTo>
                <a:lnTo>
                  <a:pt x="2723413" y="769101"/>
                </a:lnTo>
                <a:lnTo>
                  <a:pt x="2744204" y="809843"/>
                </a:lnTo>
                <a:lnTo>
                  <a:pt x="2763732" y="851316"/>
                </a:lnTo>
                <a:lnTo>
                  <a:pt x="2781971" y="893497"/>
                </a:lnTo>
                <a:lnTo>
                  <a:pt x="2798897" y="936358"/>
                </a:lnTo>
                <a:lnTo>
                  <a:pt x="2814483" y="979876"/>
                </a:lnTo>
                <a:lnTo>
                  <a:pt x="2828705" y="1024024"/>
                </a:lnTo>
                <a:lnTo>
                  <a:pt x="2841538" y="1068778"/>
                </a:lnTo>
                <a:lnTo>
                  <a:pt x="2852955" y="1114111"/>
                </a:lnTo>
                <a:lnTo>
                  <a:pt x="2862932" y="1160000"/>
                </a:lnTo>
                <a:lnTo>
                  <a:pt x="2871444" y="1206418"/>
                </a:lnTo>
                <a:lnTo>
                  <a:pt x="2878465" y="1253341"/>
                </a:lnTo>
                <a:lnTo>
                  <a:pt x="2883969" y="1300742"/>
                </a:lnTo>
                <a:lnTo>
                  <a:pt x="2887932" y="1348597"/>
                </a:lnTo>
                <a:lnTo>
                  <a:pt x="2890329" y="1396880"/>
                </a:lnTo>
                <a:lnTo>
                  <a:pt x="2891133" y="1445567"/>
                </a:lnTo>
                <a:lnTo>
                  <a:pt x="2890329" y="1494253"/>
                </a:lnTo>
                <a:lnTo>
                  <a:pt x="2887932" y="1542536"/>
                </a:lnTo>
                <a:lnTo>
                  <a:pt x="2883969" y="1590391"/>
                </a:lnTo>
                <a:lnTo>
                  <a:pt x="2878465" y="1637793"/>
                </a:lnTo>
                <a:lnTo>
                  <a:pt x="2871444" y="1684715"/>
                </a:lnTo>
                <a:lnTo>
                  <a:pt x="2862932" y="1731133"/>
                </a:lnTo>
                <a:lnTo>
                  <a:pt x="2852955" y="1777022"/>
                </a:lnTo>
                <a:lnTo>
                  <a:pt x="2841538" y="1822356"/>
                </a:lnTo>
                <a:lnTo>
                  <a:pt x="2828705" y="1867109"/>
                </a:lnTo>
                <a:lnTo>
                  <a:pt x="2814483" y="1911258"/>
                </a:lnTo>
                <a:lnTo>
                  <a:pt x="2798897" y="1954775"/>
                </a:lnTo>
                <a:lnTo>
                  <a:pt x="2781971" y="1997637"/>
                </a:lnTo>
                <a:lnTo>
                  <a:pt x="2763732" y="2039817"/>
                </a:lnTo>
                <a:lnTo>
                  <a:pt x="2744204" y="2081290"/>
                </a:lnTo>
                <a:lnTo>
                  <a:pt x="2723413" y="2122032"/>
                </a:lnTo>
                <a:lnTo>
                  <a:pt x="2701385" y="2162016"/>
                </a:lnTo>
                <a:lnTo>
                  <a:pt x="2678143" y="2201218"/>
                </a:lnTo>
                <a:lnTo>
                  <a:pt x="2653715" y="2239612"/>
                </a:lnTo>
                <a:lnTo>
                  <a:pt x="2628124" y="2277173"/>
                </a:lnTo>
                <a:lnTo>
                  <a:pt x="2601397" y="2313876"/>
                </a:lnTo>
                <a:lnTo>
                  <a:pt x="2573559" y="2349695"/>
                </a:lnTo>
                <a:lnTo>
                  <a:pt x="2544634" y="2384605"/>
                </a:lnTo>
                <a:lnTo>
                  <a:pt x="2514649" y="2418580"/>
                </a:lnTo>
                <a:lnTo>
                  <a:pt x="2483628" y="2451596"/>
                </a:lnTo>
                <a:lnTo>
                  <a:pt x="2451596" y="2483628"/>
                </a:lnTo>
                <a:lnTo>
                  <a:pt x="2418580" y="2514648"/>
                </a:lnTo>
                <a:lnTo>
                  <a:pt x="2384605" y="2544634"/>
                </a:lnTo>
                <a:lnTo>
                  <a:pt x="2349695" y="2573559"/>
                </a:lnTo>
                <a:lnTo>
                  <a:pt x="2313876" y="2601397"/>
                </a:lnTo>
                <a:lnTo>
                  <a:pt x="2277173" y="2628124"/>
                </a:lnTo>
                <a:lnTo>
                  <a:pt x="2239612" y="2653715"/>
                </a:lnTo>
                <a:lnTo>
                  <a:pt x="2201218" y="2678143"/>
                </a:lnTo>
                <a:lnTo>
                  <a:pt x="2162016" y="2701385"/>
                </a:lnTo>
                <a:lnTo>
                  <a:pt x="2122032" y="2723413"/>
                </a:lnTo>
                <a:lnTo>
                  <a:pt x="2081290" y="2744204"/>
                </a:lnTo>
                <a:lnTo>
                  <a:pt x="2039817" y="2763732"/>
                </a:lnTo>
                <a:lnTo>
                  <a:pt x="1997636" y="2781971"/>
                </a:lnTo>
                <a:lnTo>
                  <a:pt x="1954775" y="2798897"/>
                </a:lnTo>
                <a:lnTo>
                  <a:pt x="1911257" y="2814483"/>
                </a:lnTo>
                <a:lnTo>
                  <a:pt x="1867109" y="2828705"/>
                </a:lnTo>
                <a:lnTo>
                  <a:pt x="1822356" y="2841537"/>
                </a:lnTo>
                <a:lnTo>
                  <a:pt x="1777022" y="2852955"/>
                </a:lnTo>
                <a:lnTo>
                  <a:pt x="1731133" y="2862932"/>
                </a:lnTo>
                <a:lnTo>
                  <a:pt x="1684715" y="2871444"/>
                </a:lnTo>
                <a:lnTo>
                  <a:pt x="1637793" y="2878464"/>
                </a:lnTo>
                <a:lnTo>
                  <a:pt x="1590391" y="2883969"/>
                </a:lnTo>
                <a:lnTo>
                  <a:pt x="1542536" y="2887932"/>
                </a:lnTo>
                <a:lnTo>
                  <a:pt x="1494253" y="2890329"/>
                </a:lnTo>
                <a:lnTo>
                  <a:pt x="1445566" y="2891133"/>
                </a:lnTo>
                <a:close/>
              </a:path>
            </a:pathLst>
          </a:custGeom>
          <a:solidFill>
            <a:srgbClr val="23403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1923720" y="3242335"/>
            <a:ext cx="2762250" cy="2762250"/>
            <a:chOff x="1923720" y="3242335"/>
            <a:chExt cx="2762250" cy="276225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99919" y="3318536"/>
              <a:ext cx="2611902" cy="261190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999920" y="3318535"/>
              <a:ext cx="2609850" cy="2609850"/>
            </a:xfrm>
            <a:custGeom>
              <a:avLst/>
              <a:gdLst/>
              <a:ahLst/>
              <a:cxnLst/>
              <a:rect l="l" t="t" r="r" b="b"/>
              <a:pathLst>
                <a:path w="2609850" h="2609850">
                  <a:moveTo>
                    <a:pt x="1375866" y="2609729"/>
                  </a:moveTo>
                  <a:lnTo>
                    <a:pt x="1448193" y="2604245"/>
                  </a:lnTo>
                  <a:lnTo>
                    <a:pt x="1494681" y="2598365"/>
                  </a:lnTo>
                  <a:lnTo>
                    <a:pt x="1540647" y="2590871"/>
                  </a:lnTo>
                  <a:lnTo>
                    <a:pt x="1586060" y="2581791"/>
                  </a:lnTo>
                  <a:lnTo>
                    <a:pt x="1630892" y="2571156"/>
                  </a:lnTo>
                  <a:lnTo>
                    <a:pt x="1675078" y="2558868"/>
                  </a:lnTo>
                  <a:lnTo>
                    <a:pt x="1718698" y="2545337"/>
                  </a:lnTo>
                  <a:lnTo>
                    <a:pt x="1761603" y="2530212"/>
                  </a:lnTo>
                  <a:lnTo>
                    <a:pt x="1803814" y="2513649"/>
                  </a:lnTo>
                  <a:lnTo>
                    <a:pt x="1845295" y="2495679"/>
                  </a:lnTo>
                  <a:lnTo>
                    <a:pt x="1886017" y="2476330"/>
                  </a:lnTo>
                  <a:lnTo>
                    <a:pt x="1925951" y="2455632"/>
                  </a:lnTo>
                  <a:lnTo>
                    <a:pt x="1965068" y="2433614"/>
                  </a:lnTo>
                  <a:lnTo>
                    <a:pt x="2003337" y="2410306"/>
                  </a:lnTo>
                  <a:lnTo>
                    <a:pt x="2040729" y="2385738"/>
                  </a:lnTo>
                  <a:lnTo>
                    <a:pt x="2077215" y="2359939"/>
                  </a:lnTo>
                  <a:lnTo>
                    <a:pt x="2112765" y="2332938"/>
                  </a:lnTo>
                  <a:lnTo>
                    <a:pt x="2147350" y="2304766"/>
                  </a:lnTo>
                  <a:lnTo>
                    <a:pt x="2180940" y="2275451"/>
                  </a:lnTo>
                  <a:lnTo>
                    <a:pt x="2213506" y="2245023"/>
                  </a:lnTo>
                  <a:lnTo>
                    <a:pt x="2245017" y="2213511"/>
                  </a:lnTo>
                  <a:lnTo>
                    <a:pt x="2275445" y="2180946"/>
                  </a:lnTo>
                  <a:lnTo>
                    <a:pt x="2304761" y="2147356"/>
                  </a:lnTo>
                  <a:lnTo>
                    <a:pt x="2332933" y="2112771"/>
                  </a:lnTo>
                  <a:lnTo>
                    <a:pt x="2359934" y="2077221"/>
                  </a:lnTo>
                  <a:lnTo>
                    <a:pt x="2385734" y="2040736"/>
                  </a:lnTo>
                  <a:lnTo>
                    <a:pt x="2410302" y="2003343"/>
                  </a:lnTo>
                  <a:lnTo>
                    <a:pt x="2433610" y="1965074"/>
                  </a:lnTo>
                  <a:lnTo>
                    <a:pt x="2455628" y="1925958"/>
                  </a:lnTo>
                  <a:lnTo>
                    <a:pt x="2476326" y="1886024"/>
                  </a:lnTo>
                  <a:lnTo>
                    <a:pt x="2495675" y="1845302"/>
                  </a:lnTo>
                  <a:lnTo>
                    <a:pt x="2513646" y="1803821"/>
                  </a:lnTo>
                  <a:lnTo>
                    <a:pt x="2530209" y="1761610"/>
                  </a:lnTo>
                  <a:lnTo>
                    <a:pt x="2545334" y="1718700"/>
                  </a:lnTo>
                  <a:lnTo>
                    <a:pt x="2558992" y="1675120"/>
                  </a:lnTo>
                  <a:lnTo>
                    <a:pt x="2571154" y="1630899"/>
                  </a:lnTo>
                  <a:lnTo>
                    <a:pt x="2581789" y="1586067"/>
                  </a:lnTo>
                  <a:lnTo>
                    <a:pt x="2590869" y="1540654"/>
                  </a:lnTo>
                  <a:lnTo>
                    <a:pt x="2598364" y="1494688"/>
                  </a:lnTo>
                  <a:lnTo>
                    <a:pt x="2604244" y="1448200"/>
                  </a:lnTo>
                  <a:lnTo>
                    <a:pt x="2608480" y="1401218"/>
                  </a:lnTo>
                  <a:lnTo>
                    <a:pt x="2609785" y="1375861"/>
                  </a:lnTo>
                </a:path>
                <a:path w="2609850" h="2609850">
                  <a:moveTo>
                    <a:pt x="2609734" y="1236045"/>
                  </a:moveTo>
                  <a:lnTo>
                    <a:pt x="2604232" y="1163591"/>
                  </a:lnTo>
                  <a:lnTo>
                    <a:pt x="2598348" y="1117104"/>
                  </a:lnTo>
                  <a:lnTo>
                    <a:pt x="2590849" y="1071140"/>
                  </a:lnTo>
                  <a:lnTo>
                    <a:pt x="2581766" y="1025728"/>
                  </a:lnTo>
                  <a:lnTo>
                    <a:pt x="2571127" y="980897"/>
                  </a:lnTo>
                  <a:lnTo>
                    <a:pt x="2558962" y="936679"/>
                  </a:lnTo>
                  <a:lnTo>
                    <a:pt x="2545301" y="893101"/>
                  </a:lnTo>
                  <a:lnTo>
                    <a:pt x="2530172" y="850193"/>
                  </a:lnTo>
                  <a:lnTo>
                    <a:pt x="2513607" y="807985"/>
                  </a:lnTo>
                  <a:lnTo>
                    <a:pt x="2495633" y="766507"/>
                  </a:lnTo>
                  <a:lnTo>
                    <a:pt x="2476282" y="725788"/>
                  </a:lnTo>
                  <a:lnTo>
                    <a:pt x="2455581" y="685857"/>
                  </a:lnTo>
                  <a:lnTo>
                    <a:pt x="2433561" y="646744"/>
                  </a:lnTo>
                  <a:lnTo>
                    <a:pt x="2410252" y="608478"/>
                  </a:lnTo>
                  <a:lnTo>
                    <a:pt x="2385682" y="571090"/>
                  </a:lnTo>
                  <a:lnTo>
                    <a:pt x="2359881" y="534608"/>
                  </a:lnTo>
                  <a:lnTo>
                    <a:pt x="2332879" y="499061"/>
                  </a:lnTo>
                  <a:lnTo>
                    <a:pt x="2304706" y="464480"/>
                  </a:lnTo>
                  <a:lnTo>
                    <a:pt x="2275390" y="430894"/>
                  </a:lnTo>
                  <a:lnTo>
                    <a:pt x="2244961" y="398333"/>
                  </a:lnTo>
                  <a:lnTo>
                    <a:pt x="2213450" y="366825"/>
                  </a:lnTo>
                  <a:lnTo>
                    <a:pt x="2180885" y="336401"/>
                  </a:lnTo>
                  <a:lnTo>
                    <a:pt x="2147295" y="307090"/>
                  </a:lnTo>
                  <a:lnTo>
                    <a:pt x="2112711" y="278921"/>
                  </a:lnTo>
                  <a:lnTo>
                    <a:pt x="2077162" y="251924"/>
                  </a:lnTo>
                  <a:lnTo>
                    <a:pt x="2040678" y="226128"/>
                  </a:lnTo>
                  <a:lnTo>
                    <a:pt x="2003287" y="201564"/>
                  </a:lnTo>
                  <a:lnTo>
                    <a:pt x="1965020" y="178260"/>
                  </a:lnTo>
                  <a:lnTo>
                    <a:pt x="1925906" y="156245"/>
                  </a:lnTo>
                  <a:lnTo>
                    <a:pt x="1885974" y="135550"/>
                  </a:lnTo>
                  <a:lnTo>
                    <a:pt x="1845254" y="116204"/>
                  </a:lnTo>
                  <a:lnTo>
                    <a:pt x="1803775" y="98236"/>
                  </a:lnTo>
                  <a:lnTo>
                    <a:pt x="1761568" y="81677"/>
                  </a:lnTo>
                  <a:lnTo>
                    <a:pt x="1718661" y="66554"/>
                  </a:lnTo>
                  <a:lnTo>
                    <a:pt x="1675084" y="52899"/>
                  </a:lnTo>
                  <a:lnTo>
                    <a:pt x="1630867" y="40739"/>
                  </a:lnTo>
                  <a:lnTo>
                    <a:pt x="1586039" y="30106"/>
                  </a:lnTo>
                  <a:lnTo>
                    <a:pt x="1540629" y="21028"/>
                  </a:lnTo>
                  <a:lnTo>
                    <a:pt x="1494667" y="13534"/>
                  </a:lnTo>
                  <a:lnTo>
                    <a:pt x="1448183" y="7656"/>
                  </a:lnTo>
                  <a:lnTo>
                    <a:pt x="1401206" y="3420"/>
                  </a:lnTo>
                  <a:lnTo>
                    <a:pt x="1353765" y="859"/>
                  </a:lnTo>
                  <a:lnTo>
                    <a:pt x="1305891" y="0"/>
                  </a:lnTo>
                  <a:lnTo>
                    <a:pt x="1258016" y="863"/>
                  </a:lnTo>
                  <a:lnTo>
                    <a:pt x="1210576" y="3429"/>
                  </a:lnTo>
                  <a:lnTo>
                    <a:pt x="1163600" y="7668"/>
                  </a:lnTo>
                  <a:lnTo>
                    <a:pt x="1117117" y="13552"/>
                  </a:lnTo>
                  <a:lnTo>
                    <a:pt x="1071156" y="21049"/>
                  </a:lnTo>
                  <a:lnTo>
                    <a:pt x="1025748" y="30131"/>
                  </a:lnTo>
                  <a:lnTo>
                    <a:pt x="980922" y="40768"/>
                  </a:lnTo>
                  <a:lnTo>
                    <a:pt x="936707" y="52931"/>
                  </a:lnTo>
                  <a:lnTo>
                    <a:pt x="893132" y="66590"/>
                  </a:lnTo>
                  <a:lnTo>
                    <a:pt x="850228" y="81716"/>
                  </a:lnTo>
                  <a:lnTo>
                    <a:pt x="808023" y="98279"/>
                  </a:lnTo>
                  <a:lnTo>
                    <a:pt x="766548" y="116249"/>
                  </a:lnTo>
                  <a:lnTo>
                    <a:pt x="725832" y="135598"/>
                  </a:lnTo>
                  <a:lnTo>
                    <a:pt x="685903" y="156295"/>
                  </a:lnTo>
                  <a:lnTo>
                    <a:pt x="646792" y="178312"/>
                  </a:lnTo>
                  <a:lnTo>
                    <a:pt x="608529" y="201618"/>
                  </a:lnTo>
                  <a:lnTo>
                    <a:pt x="571142" y="226184"/>
                  </a:lnTo>
                  <a:lnTo>
                    <a:pt x="534661" y="251981"/>
                  </a:lnTo>
                  <a:lnTo>
                    <a:pt x="499116" y="278979"/>
                  </a:lnTo>
                  <a:lnTo>
                    <a:pt x="464536" y="307149"/>
                  </a:lnTo>
                  <a:lnTo>
                    <a:pt x="430951" y="336460"/>
                  </a:lnTo>
                  <a:lnTo>
                    <a:pt x="398390" y="366885"/>
                  </a:lnTo>
                  <a:lnTo>
                    <a:pt x="366882" y="398392"/>
                  </a:lnTo>
                  <a:lnTo>
                    <a:pt x="336458" y="430954"/>
                  </a:lnTo>
                  <a:lnTo>
                    <a:pt x="307146" y="464539"/>
                  </a:lnTo>
                  <a:lnTo>
                    <a:pt x="278977" y="499119"/>
                  </a:lnTo>
                  <a:lnTo>
                    <a:pt x="251979" y="534664"/>
                  </a:lnTo>
                  <a:lnTo>
                    <a:pt x="226182" y="571145"/>
                  </a:lnTo>
                  <a:lnTo>
                    <a:pt x="201616" y="608532"/>
                  </a:lnTo>
                  <a:lnTo>
                    <a:pt x="178310" y="646795"/>
                  </a:lnTo>
                  <a:lnTo>
                    <a:pt x="156294" y="685906"/>
                  </a:lnTo>
                  <a:lnTo>
                    <a:pt x="135596" y="725835"/>
                  </a:lnTo>
                  <a:lnTo>
                    <a:pt x="116248" y="766551"/>
                  </a:lnTo>
                  <a:lnTo>
                    <a:pt x="98277" y="808027"/>
                  </a:lnTo>
                  <a:lnTo>
                    <a:pt x="81715" y="850231"/>
                  </a:lnTo>
                  <a:lnTo>
                    <a:pt x="66589" y="893135"/>
                  </a:lnTo>
                  <a:lnTo>
                    <a:pt x="52930" y="936710"/>
                  </a:lnTo>
                  <a:lnTo>
                    <a:pt x="40767" y="980925"/>
                  </a:lnTo>
                  <a:lnTo>
                    <a:pt x="30130" y="1025751"/>
                  </a:lnTo>
                  <a:lnTo>
                    <a:pt x="21048" y="1071159"/>
                  </a:lnTo>
                  <a:lnTo>
                    <a:pt x="13551" y="1117119"/>
                  </a:lnTo>
                  <a:lnTo>
                    <a:pt x="7668" y="1163602"/>
                  </a:lnTo>
                  <a:lnTo>
                    <a:pt x="3429" y="1210578"/>
                  </a:lnTo>
                  <a:lnTo>
                    <a:pt x="863" y="1258018"/>
                  </a:lnTo>
                  <a:lnTo>
                    <a:pt x="0" y="1305893"/>
                  </a:lnTo>
                  <a:lnTo>
                    <a:pt x="859" y="1353767"/>
                  </a:lnTo>
                  <a:lnTo>
                    <a:pt x="3421" y="1401208"/>
                  </a:lnTo>
                  <a:lnTo>
                    <a:pt x="7656" y="1448185"/>
                  </a:lnTo>
                  <a:lnTo>
                    <a:pt x="13535" y="1494669"/>
                  </a:lnTo>
                  <a:lnTo>
                    <a:pt x="21028" y="1540630"/>
                  </a:lnTo>
                  <a:lnTo>
                    <a:pt x="30106" y="1586040"/>
                  </a:lnTo>
                  <a:lnTo>
                    <a:pt x="40739" y="1630868"/>
                  </a:lnTo>
                  <a:lnTo>
                    <a:pt x="52899" y="1675085"/>
                  </a:lnTo>
                  <a:lnTo>
                    <a:pt x="66554" y="1718662"/>
                  </a:lnTo>
                  <a:lnTo>
                    <a:pt x="81677" y="1761568"/>
                  </a:lnTo>
                  <a:lnTo>
                    <a:pt x="98236" y="1803776"/>
                  </a:lnTo>
                  <a:lnTo>
                    <a:pt x="116204" y="1845254"/>
                  </a:lnTo>
                  <a:lnTo>
                    <a:pt x="135550" y="1885974"/>
                  </a:lnTo>
                  <a:lnTo>
                    <a:pt x="156245" y="1925905"/>
                  </a:lnTo>
                  <a:lnTo>
                    <a:pt x="178259" y="1965019"/>
                  </a:lnTo>
                  <a:lnTo>
                    <a:pt x="201563" y="2003287"/>
                  </a:lnTo>
                  <a:lnTo>
                    <a:pt x="226128" y="2040677"/>
                  </a:lnTo>
                  <a:lnTo>
                    <a:pt x="251923" y="2077162"/>
                  </a:lnTo>
                  <a:lnTo>
                    <a:pt x="278920" y="2112711"/>
                  </a:lnTo>
                  <a:lnTo>
                    <a:pt x="307089" y="2147294"/>
                  </a:lnTo>
                  <a:lnTo>
                    <a:pt x="336400" y="2180884"/>
                  </a:lnTo>
                  <a:lnTo>
                    <a:pt x="366824" y="2213449"/>
                  </a:lnTo>
                  <a:lnTo>
                    <a:pt x="398331" y="2244960"/>
                  </a:lnTo>
                  <a:lnTo>
                    <a:pt x="430893" y="2275389"/>
                  </a:lnTo>
                  <a:lnTo>
                    <a:pt x="464478" y="2304704"/>
                  </a:lnTo>
                  <a:lnTo>
                    <a:pt x="499059" y="2332878"/>
                  </a:lnTo>
                  <a:lnTo>
                    <a:pt x="534605" y="2359880"/>
                  </a:lnTo>
                  <a:lnTo>
                    <a:pt x="571087" y="2385680"/>
                  </a:lnTo>
                  <a:lnTo>
                    <a:pt x="608475" y="2410250"/>
                  </a:lnTo>
                  <a:lnTo>
                    <a:pt x="646741" y="2433560"/>
                  </a:lnTo>
                  <a:lnTo>
                    <a:pt x="685854" y="2455580"/>
                  </a:lnTo>
                  <a:lnTo>
                    <a:pt x="725784" y="2476280"/>
                  </a:lnTo>
                  <a:lnTo>
                    <a:pt x="766503" y="2495632"/>
                  </a:lnTo>
                  <a:lnTo>
                    <a:pt x="807981" y="2513606"/>
                  </a:lnTo>
                  <a:lnTo>
                    <a:pt x="850189" y="2530171"/>
                  </a:lnTo>
                  <a:lnTo>
                    <a:pt x="893096" y="2545300"/>
                  </a:lnTo>
                  <a:lnTo>
                    <a:pt x="936674" y="2558961"/>
                  </a:lnTo>
                  <a:lnTo>
                    <a:pt x="980892" y="2571126"/>
                  </a:lnTo>
                  <a:lnTo>
                    <a:pt x="1025722" y="2581765"/>
                  </a:lnTo>
                  <a:lnTo>
                    <a:pt x="1071134" y="2590849"/>
                  </a:lnTo>
                  <a:lnTo>
                    <a:pt x="1117098" y="2598347"/>
                  </a:lnTo>
                  <a:lnTo>
                    <a:pt x="1163585" y="2604232"/>
                  </a:lnTo>
                  <a:lnTo>
                    <a:pt x="1210566" y="2608472"/>
                  </a:lnTo>
                  <a:lnTo>
                    <a:pt x="1236030" y="2609789"/>
                  </a:lnTo>
                </a:path>
              </a:pathLst>
            </a:custGeom>
            <a:ln w="152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5812069" y="3242335"/>
            <a:ext cx="2762250" cy="2762250"/>
            <a:chOff x="5812069" y="3242335"/>
            <a:chExt cx="2762250" cy="2762250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88268" y="3318536"/>
              <a:ext cx="2611902" cy="261190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888269" y="3318535"/>
              <a:ext cx="2609850" cy="2609850"/>
            </a:xfrm>
            <a:custGeom>
              <a:avLst/>
              <a:gdLst/>
              <a:ahLst/>
              <a:cxnLst/>
              <a:rect l="l" t="t" r="r" b="b"/>
              <a:pathLst>
                <a:path w="2609850" h="2609850">
                  <a:moveTo>
                    <a:pt x="1375865" y="2609729"/>
                  </a:moveTo>
                  <a:lnTo>
                    <a:pt x="1448193" y="2604245"/>
                  </a:lnTo>
                  <a:lnTo>
                    <a:pt x="1494681" y="2598365"/>
                  </a:lnTo>
                  <a:lnTo>
                    <a:pt x="1540647" y="2590871"/>
                  </a:lnTo>
                  <a:lnTo>
                    <a:pt x="1586060" y="2581791"/>
                  </a:lnTo>
                  <a:lnTo>
                    <a:pt x="1630892" y="2571156"/>
                  </a:lnTo>
                  <a:lnTo>
                    <a:pt x="1675078" y="2558868"/>
                  </a:lnTo>
                  <a:lnTo>
                    <a:pt x="1718698" y="2545337"/>
                  </a:lnTo>
                  <a:lnTo>
                    <a:pt x="1761603" y="2530212"/>
                  </a:lnTo>
                  <a:lnTo>
                    <a:pt x="1803814" y="2513649"/>
                  </a:lnTo>
                  <a:lnTo>
                    <a:pt x="1845295" y="2495679"/>
                  </a:lnTo>
                  <a:lnTo>
                    <a:pt x="1886017" y="2476330"/>
                  </a:lnTo>
                  <a:lnTo>
                    <a:pt x="1925951" y="2455632"/>
                  </a:lnTo>
                  <a:lnTo>
                    <a:pt x="1965068" y="2433614"/>
                  </a:lnTo>
                  <a:lnTo>
                    <a:pt x="2003337" y="2410306"/>
                  </a:lnTo>
                  <a:lnTo>
                    <a:pt x="2040729" y="2385738"/>
                  </a:lnTo>
                  <a:lnTo>
                    <a:pt x="2077215" y="2359939"/>
                  </a:lnTo>
                  <a:lnTo>
                    <a:pt x="2112765" y="2332938"/>
                  </a:lnTo>
                  <a:lnTo>
                    <a:pt x="2147350" y="2304766"/>
                  </a:lnTo>
                  <a:lnTo>
                    <a:pt x="2180940" y="2275451"/>
                  </a:lnTo>
                  <a:lnTo>
                    <a:pt x="2213505" y="2245023"/>
                  </a:lnTo>
                  <a:lnTo>
                    <a:pt x="2245017" y="2213511"/>
                  </a:lnTo>
                  <a:lnTo>
                    <a:pt x="2275445" y="2180946"/>
                  </a:lnTo>
                  <a:lnTo>
                    <a:pt x="2304761" y="2147356"/>
                  </a:lnTo>
                  <a:lnTo>
                    <a:pt x="2332933" y="2112771"/>
                  </a:lnTo>
                  <a:lnTo>
                    <a:pt x="2359934" y="2077221"/>
                  </a:lnTo>
                  <a:lnTo>
                    <a:pt x="2385734" y="2040736"/>
                  </a:lnTo>
                  <a:lnTo>
                    <a:pt x="2410302" y="2003343"/>
                  </a:lnTo>
                  <a:lnTo>
                    <a:pt x="2433610" y="1965074"/>
                  </a:lnTo>
                  <a:lnTo>
                    <a:pt x="2455628" y="1925958"/>
                  </a:lnTo>
                  <a:lnTo>
                    <a:pt x="2476326" y="1886024"/>
                  </a:lnTo>
                  <a:lnTo>
                    <a:pt x="2495675" y="1845302"/>
                  </a:lnTo>
                  <a:lnTo>
                    <a:pt x="2513646" y="1803821"/>
                  </a:lnTo>
                  <a:lnTo>
                    <a:pt x="2530209" y="1761610"/>
                  </a:lnTo>
                  <a:lnTo>
                    <a:pt x="2545334" y="1718700"/>
                  </a:lnTo>
                  <a:lnTo>
                    <a:pt x="2558992" y="1675120"/>
                  </a:lnTo>
                  <a:lnTo>
                    <a:pt x="2571154" y="1630899"/>
                  </a:lnTo>
                  <a:lnTo>
                    <a:pt x="2581789" y="1586067"/>
                  </a:lnTo>
                  <a:lnTo>
                    <a:pt x="2590869" y="1540654"/>
                  </a:lnTo>
                  <a:lnTo>
                    <a:pt x="2598363" y="1494688"/>
                  </a:lnTo>
                  <a:lnTo>
                    <a:pt x="2604244" y="1448200"/>
                  </a:lnTo>
                  <a:lnTo>
                    <a:pt x="2608480" y="1401218"/>
                  </a:lnTo>
                  <a:lnTo>
                    <a:pt x="2609785" y="1375859"/>
                  </a:lnTo>
                </a:path>
                <a:path w="2609850" h="2609850">
                  <a:moveTo>
                    <a:pt x="2609734" y="1236047"/>
                  </a:moveTo>
                  <a:lnTo>
                    <a:pt x="2604232" y="1163591"/>
                  </a:lnTo>
                  <a:lnTo>
                    <a:pt x="2598348" y="1117104"/>
                  </a:lnTo>
                  <a:lnTo>
                    <a:pt x="2590849" y="1071140"/>
                  </a:lnTo>
                  <a:lnTo>
                    <a:pt x="2581766" y="1025728"/>
                  </a:lnTo>
                  <a:lnTo>
                    <a:pt x="2571127" y="980897"/>
                  </a:lnTo>
                  <a:lnTo>
                    <a:pt x="2558962" y="936679"/>
                  </a:lnTo>
                  <a:lnTo>
                    <a:pt x="2545300" y="893101"/>
                  </a:lnTo>
                  <a:lnTo>
                    <a:pt x="2530172" y="850193"/>
                  </a:lnTo>
                  <a:lnTo>
                    <a:pt x="2513607" y="807985"/>
                  </a:lnTo>
                  <a:lnTo>
                    <a:pt x="2495633" y="766507"/>
                  </a:lnTo>
                  <a:lnTo>
                    <a:pt x="2476282" y="725788"/>
                  </a:lnTo>
                  <a:lnTo>
                    <a:pt x="2455581" y="685857"/>
                  </a:lnTo>
                  <a:lnTo>
                    <a:pt x="2433561" y="646744"/>
                  </a:lnTo>
                  <a:lnTo>
                    <a:pt x="2410251" y="608478"/>
                  </a:lnTo>
                  <a:lnTo>
                    <a:pt x="2385682" y="571090"/>
                  </a:lnTo>
                  <a:lnTo>
                    <a:pt x="2359881" y="534608"/>
                  </a:lnTo>
                  <a:lnTo>
                    <a:pt x="2332879" y="499061"/>
                  </a:lnTo>
                  <a:lnTo>
                    <a:pt x="2304706" y="464480"/>
                  </a:lnTo>
                  <a:lnTo>
                    <a:pt x="2275390" y="430894"/>
                  </a:lnTo>
                  <a:lnTo>
                    <a:pt x="2244961" y="398333"/>
                  </a:lnTo>
                  <a:lnTo>
                    <a:pt x="2213450" y="366825"/>
                  </a:lnTo>
                  <a:lnTo>
                    <a:pt x="2180885" y="336401"/>
                  </a:lnTo>
                  <a:lnTo>
                    <a:pt x="2147295" y="307090"/>
                  </a:lnTo>
                  <a:lnTo>
                    <a:pt x="2112711" y="278921"/>
                  </a:lnTo>
                  <a:lnTo>
                    <a:pt x="2077162" y="251924"/>
                  </a:lnTo>
                  <a:lnTo>
                    <a:pt x="2040678" y="226128"/>
                  </a:lnTo>
                  <a:lnTo>
                    <a:pt x="2003287" y="201564"/>
                  </a:lnTo>
                  <a:lnTo>
                    <a:pt x="1965020" y="178260"/>
                  </a:lnTo>
                  <a:lnTo>
                    <a:pt x="1925905" y="156245"/>
                  </a:lnTo>
                  <a:lnTo>
                    <a:pt x="1885974" y="135550"/>
                  </a:lnTo>
                  <a:lnTo>
                    <a:pt x="1845254" y="116204"/>
                  </a:lnTo>
                  <a:lnTo>
                    <a:pt x="1803775" y="98236"/>
                  </a:lnTo>
                  <a:lnTo>
                    <a:pt x="1761568" y="81677"/>
                  </a:lnTo>
                  <a:lnTo>
                    <a:pt x="1718661" y="66554"/>
                  </a:lnTo>
                  <a:lnTo>
                    <a:pt x="1675084" y="52899"/>
                  </a:lnTo>
                  <a:lnTo>
                    <a:pt x="1630867" y="40739"/>
                  </a:lnTo>
                  <a:lnTo>
                    <a:pt x="1586039" y="30106"/>
                  </a:lnTo>
                  <a:lnTo>
                    <a:pt x="1540629" y="21028"/>
                  </a:lnTo>
                  <a:lnTo>
                    <a:pt x="1494667" y="13535"/>
                  </a:lnTo>
                  <a:lnTo>
                    <a:pt x="1448183" y="7656"/>
                  </a:lnTo>
                  <a:lnTo>
                    <a:pt x="1401206" y="3420"/>
                  </a:lnTo>
                  <a:lnTo>
                    <a:pt x="1353765" y="859"/>
                  </a:lnTo>
                  <a:lnTo>
                    <a:pt x="1305891" y="0"/>
                  </a:lnTo>
                  <a:lnTo>
                    <a:pt x="1258016" y="863"/>
                  </a:lnTo>
                  <a:lnTo>
                    <a:pt x="1210576" y="3429"/>
                  </a:lnTo>
                  <a:lnTo>
                    <a:pt x="1163600" y="7668"/>
                  </a:lnTo>
                  <a:lnTo>
                    <a:pt x="1117117" y="13551"/>
                  </a:lnTo>
                  <a:lnTo>
                    <a:pt x="1071156" y="21049"/>
                  </a:lnTo>
                  <a:lnTo>
                    <a:pt x="1025748" y="30131"/>
                  </a:lnTo>
                  <a:lnTo>
                    <a:pt x="980922" y="40768"/>
                  </a:lnTo>
                  <a:lnTo>
                    <a:pt x="936707" y="52931"/>
                  </a:lnTo>
                  <a:lnTo>
                    <a:pt x="893132" y="66590"/>
                  </a:lnTo>
                  <a:lnTo>
                    <a:pt x="850228" y="81716"/>
                  </a:lnTo>
                  <a:lnTo>
                    <a:pt x="808023" y="98279"/>
                  </a:lnTo>
                  <a:lnTo>
                    <a:pt x="766548" y="116249"/>
                  </a:lnTo>
                  <a:lnTo>
                    <a:pt x="725831" y="135598"/>
                  </a:lnTo>
                  <a:lnTo>
                    <a:pt x="685903" y="156295"/>
                  </a:lnTo>
                  <a:lnTo>
                    <a:pt x="646792" y="178312"/>
                  </a:lnTo>
                  <a:lnTo>
                    <a:pt x="608529" y="201618"/>
                  </a:lnTo>
                  <a:lnTo>
                    <a:pt x="571142" y="226184"/>
                  </a:lnTo>
                  <a:lnTo>
                    <a:pt x="534661" y="251981"/>
                  </a:lnTo>
                  <a:lnTo>
                    <a:pt x="499116" y="278979"/>
                  </a:lnTo>
                  <a:lnTo>
                    <a:pt x="464536" y="307149"/>
                  </a:lnTo>
                  <a:lnTo>
                    <a:pt x="430951" y="336460"/>
                  </a:lnTo>
                  <a:lnTo>
                    <a:pt x="398390" y="366885"/>
                  </a:lnTo>
                  <a:lnTo>
                    <a:pt x="366882" y="398392"/>
                  </a:lnTo>
                  <a:lnTo>
                    <a:pt x="336458" y="430954"/>
                  </a:lnTo>
                  <a:lnTo>
                    <a:pt x="307146" y="464539"/>
                  </a:lnTo>
                  <a:lnTo>
                    <a:pt x="278977" y="499119"/>
                  </a:lnTo>
                  <a:lnTo>
                    <a:pt x="251979" y="534664"/>
                  </a:lnTo>
                  <a:lnTo>
                    <a:pt x="226182" y="571145"/>
                  </a:lnTo>
                  <a:lnTo>
                    <a:pt x="201616" y="608532"/>
                  </a:lnTo>
                  <a:lnTo>
                    <a:pt x="178310" y="646795"/>
                  </a:lnTo>
                  <a:lnTo>
                    <a:pt x="156293" y="685906"/>
                  </a:lnTo>
                  <a:lnTo>
                    <a:pt x="135596" y="725835"/>
                  </a:lnTo>
                  <a:lnTo>
                    <a:pt x="116248" y="766551"/>
                  </a:lnTo>
                  <a:lnTo>
                    <a:pt x="98277" y="808027"/>
                  </a:lnTo>
                  <a:lnTo>
                    <a:pt x="81715" y="850231"/>
                  </a:lnTo>
                  <a:lnTo>
                    <a:pt x="66589" y="893135"/>
                  </a:lnTo>
                  <a:lnTo>
                    <a:pt x="52930" y="936710"/>
                  </a:lnTo>
                  <a:lnTo>
                    <a:pt x="40767" y="980925"/>
                  </a:lnTo>
                  <a:lnTo>
                    <a:pt x="30130" y="1025751"/>
                  </a:lnTo>
                  <a:lnTo>
                    <a:pt x="21048" y="1071159"/>
                  </a:lnTo>
                  <a:lnTo>
                    <a:pt x="13551" y="1117119"/>
                  </a:lnTo>
                  <a:lnTo>
                    <a:pt x="7668" y="1163602"/>
                  </a:lnTo>
                  <a:lnTo>
                    <a:pt x="3429" y="1210578"/>
                  </a:lnTo>
                  <a:lnTo>
                    <a:pt x="863" y="1258018"/>
                  </a:lnTo>
                  <a:lnTo>
                    <a:pt x="0" y="1305893"/>
                  </a:lnTo>
                  <a:lnTo>
                    <a:pt x="859" y="1353767"/>
                  </a:lnTo>
                  <a:lnTo>
                    <a:pt x="3421" y="1401208"/>
                  </a:lnTo>
                  <a:lnTo>
                    <a:pt x="7656" y="1448185"/>
                  </a:lnTo>
                  <a:lnTo>
                    <a:pt x="13535" y="1494669"/>
                  </a:lnTo>
                  <a:lnTo>
                    <a:pt x="21028" y="1540630"/>
                  </a:lnTo>
                  <a:lnTo>
                    <a:pt x="30106" y="1586040"/>
                  </a:lnTo>
                  <a:lnTo>
                    <a:pt x="40739" y="1630868"/>
                  </a:lnTo>
                  <a:lnTo>
                    <a:pt x="52899" y="1675085"/>
                  </a:lnTo>
                  <a:lnTo>
                    <a:pt x="66554" y="1718662"/>
                  </a:lnTo>
                  <a:lnTo>
                    <a:pt x="81677" y="1761568"/>
                  </a:lnTo>
                  <a:lnTo>
                    <a:pt x="98236" y="1803776"/>
                  </a:lnTo>
                  <a:lnTo>
                    <a:pt x="116204" y="1845254"/>
                  </a:lnTo>
                  <a:lnTo>
                    <a:pt x="135550" y="1885974"/>
                  </a:lnTo>
                  <a:lnTo>
                    <a:pt x="156245" y="1925905"/>
                  </a:lnTo>
                  <a:lnTo>
                    <a:pt x="178259" y="1965019"/>
                  </a:lnTo>
                  <a:lnTo>
                    <a:pt x="201563" y="2003287"/>
                  </a:lnTo>
                  <a:lnTo>
                    <a:pt x="226128" y="2040677"/>
                  </a:lnTo>
                  <a:lnTo>
                    <a:pt x="251923" y="2077162"/>
                  </a:lnTo>
                  <a:lnTo>
                    <a:pt x="278920" y="2112711"/>
                  </a:lnTo>
                  <a:lnTo>
                    <a:pt x="307089" y="2147294"/>
                  </a:lnTo>
                  <a:lnTo>
                    <a:pt x="336400" y="2180884"/>
                  </a:lnTo>
                  <a:lnTo>
                    <a:pt x="366824" y="2213449"/>
                  </a:lnTo>
                  <a:lnTo>
                    <a:pt x="398331" y="2244960"/>
                  </a:lnTo>
                  <a:lnTo>
                    <a:pt x="430892" y="2275389"/>
                  </a:lnTo>
                  <a:lnTo>
                    <a:pt x="464478" y="2304704"/>
                  </a:lnTo>
                  <a:lnTo>
                    <a:pt x="499059" y="2332878"/>
                  </a:lnTo>
                  <a:lnTo>
                    <a:pt x="534605" y="2359880"/>
                  </a:lnTo>
                  <a:lnTo>
                    <a:pt x="571087" y="2385680"/>
                  </a:lnTo>
                  <a:lnTo>
                    <a:pt x="608475" y="2410250"/>
                  </a:lnTo>
                  <a:lnTo>
                    <a:pt x="646741" y="2433560"/>
                  </a:lnTo>
                  <a:lnTo>
                    <a:pt x="685853" y="2455580"/>
                  </a:lnTo>
                  <a:lnTo>
                    <a:pt x="725784" y="2476280"/>
                  </a:lnTo>
                  <a:lnTo>
                    <a:pt x="766503" y="2495632"/>
                  </a:lnTo>
                  <a:lnTo>
                    <a:pt x="807981" y="2513606"/>
                  </a:lnTo>
                  <a:lnTo>
                    <a:pt x="850189" y="2530171"/>
                  </a:lnTo>
                  <a:lnTo>
                    <a:pt x="893096" y="2545300"/>
                  </a:lnTo>
                  <a:lnTo>
                    <a:pt x="936674" y="2558961"/>
                  </a:lnTo>
                  <a:lnTo>
                    <a:pt x="980892" y="2571126"/>
                  </a:lnTo>
                  <a:lnTo>
                    <a:pt x="1025722" y="2581765"/>
                  </a:lnTo>
                  <a:lnTo>
                    <a:pt x="1071134" y="2590849"/>
                  </a:lnTo>
                  <a:lnTo>
                    <a:pt x="1117098" y="2598348"/>
                  </a:lnTo>
                  <a:lnTo>
                    <a:pt x="1163585" y="2604232"/>
                  </a:lnTo>
                  <a:lnTo>
                    <a:pt x="1210566" y="2608472"/>
                  </a:lnTo>
                  <a:lnTo>
                    <a:pt x="1236030" y="2609789"/>
                  </a:lnTo>
                </a:path>
              </a:pathLst>
            </a:custGeom>
            <a:ln w="152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740613" y="6271202"/>
            <a:ext cx="2597150" cy="97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36245">
              <a:lnSpc>
                <a:spcPct val="125000"/>
              </a:lnSpc>
              <a:spcBef>
                <a:spcPts val="100"/>
              </a:spcBef>
            </a:pPr>
            <a:r>
              <a:rPr sz="2500" b="1" spc="-229" dirty="0">
                <a:solidFill>
                  <a:srgbClr val="23403C"/>
                </a:solidFill>
                <a:latin typeface="Verdana"/>
                <a:cs typeface="Verdana"/>
              </a:rPr>
              <a:t>Juan</a:t>
            </a:r>
            <a:r>
              <a:rPr sz="2500" b="1" spc="-20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500" b="1" spc="-10" dirty="0">
                <a:solidFill>
                  <a:srgbClr val="23403C"/>
                </a:solidFill>
                <a:latin typeface="Verdana"/>
                <a:cs typeface="Verdana"/>
              </a:rPr>
              <a:t>Pablo </a:t>
            </a:r>
            <a:r>
              <a:rPr sz="2500" b="1" spc="-240" dirty="0">
                <a:solidFill>
                  <a:srgbClr val="23403C"/>
                </a:solidFill>
                <a:latin typeface="Verdana"/>
                <a:cs typeface="Verdana"/>
              </a:rPr>
              <a:t>Sánchez</a:t>
            </a:r>
            <a:r>
              <a:rPr sz="2500" b="1" spc="-18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500" b="1" spc="-229" dirty="0">
                <a:solidFill>
                  <a:srgbClr val="23403C"/>
                </a:solidFill>
                <a:latin typeface="Verdana"/>
                <a:cs typeface="Verdana"/>
              </a:rPr>
              <a:t>Romero</a:t>
            </a:r>
            <a:endParaRPr sz="250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637000" y="3178921"/>
            <a:ext cx="2895600" cy="3390265"/>
            <a:chOff x="9637000" y="3178921"/>
            <a:chExt cx="2895600" cy="3390265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37000" y="3673556"/>
              <a:ext cx="2895599" cy="289559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637000" y="3178921"/>
              <a:ext cx="2891155" cy="2891155"/>
            </a:xfrm>
            <a:custGeom>
              <a:avLst/>
              <a:gdLst/>
              <a:ahLst/>
              <a:cxnLst/>
              <a:rect l="l" t="t" r="r" b="b"/>
              <a:pathLst>
                <a:path w="2891154" h="2891154">
                  <a:moveTo>
                    <a:pt x="1445566" y="2891133"/>
                  </a:moveTo>
                  <a:lnTo>
                    <a:pt x="1396880" y="2890329"/>
                  </a:lnTo>
                  <a:lnTo>
                    <a:pt x="1348597" y="2887932"/>
                  </a:lnTo>
                  <a:lnTo>
                    <a:pt x="1300742" y="2883969"/>
                  </a:lnTo>
                  <a:lnTo>
                    <a:pt x="1253340" y="2878464"/>
                  </a:lnTo>
                  <a:lnTo>
                    <a:pt x="1206418" y="2871444"/>
                  </a:lnTo>
                  <a:lnTo>
                    <a:pt x="1160000" y="2862932"/>
                  </a:lnTo>
                  <a:lnTo>
                    <a:pt x="1114111" y="2852955"/>
                  </a:lnTo>
                  <a:lnTo>
                    <a:pt x="1068777" y="2841537"/>
                  </a:lnTo>
                  <a:lnTo>
                    <a:pt x="1024024" y="2828705"/>
                  </a:lnTo>
                  <a:lnTo>
                    <a:pt x="979875" y="2814483"/>
                  </a:lnTo>
                  <a:lnTo>
                    <a:pt x="936358" y="2798897"/>
                  </a:lnTo>
                  <a:lnTo>
                    <a:pt x="893496" y="2781971"/>
                  </a:lnTo>
                  <a:lnTo>
                    <a:pt x="851316" y="2763732"/>
                  </a:lnTo>
                  <a:lnTo>
                    <a:pt x="809843" y="2744204"/>
                  </a:lnTo>
                  <a:lnTo>
                    <a:pt x="769101" y="2723413"/>
                  </a:lnTo>
                  <a:lnTo>
                    <a:pt x="729117" y="2701385"/>
                  </a:lnTo>
                  <a:lnTo>
                    <a:pt x="689915" y="2678143"/>
                  </a:lnTo>
                  <a:lnTo>
                    <a:pt x="651521" y="2653715"/>
                  </a:lnTo>
                  <a:lnTo>
                    <a:pt x="613960" y="2628124"/>
                  </a:lnTo>
                  <a:lnTo>
                    <a:pt x="577257" y="2601397"/>
                  </a:lnTo>
                  <a:lnTo>
                    <a:pt x="541438" y="2573559"/>
                  </a:lnTo>
                  <a:lnTo>
                    <a:pt x="506528" y="2544634"/>
                  </a:lnTo>
                  <a:lnTo>
                    <a:pt x="472552" y="2514648"/>
                  </a:lnTo>
                  <a:lnTo>
                    <a:pt x="439536" y="2483628"/>
                  </a:lnTo>
                  <a:lnTo>
                    <a:pt x="407505" y="2451596"/>
                  </a:lnTo>
                  <a:lnTo>
                    <a:pt x="376484" y="2418580"/>
                  </a:lnTo>
                  <a:lnTo>
                    <a:pt x="346499" y="2384605"/>
                  </a:lnTo>
                  <a:lnTo>
                    <a:pt x="317574" y="2349695"/>
                  </a:lnTo>
                  <a:lnTo>
                    <a:pt x="289736" y="2313876"/>
                  </a:lnTo>
                  <a:lnTo>
                    <a:pt x="263008" y="2277173"/>
                  </a:lnTo>
                  <a:lnTo>
                    <a:pt x="237418" y="2239612"/>
                  </a:lnTo>
                  <a:lnTo>
                    <a:pt x="212989" y="2201218"/>
                  </a:lnTo>
                  <a:lnTo>
                    <a:pt x="189748" y="2162016"/>
                  </a:lnTo>
                  <a:lnTo>
                    <a:pt x="167719" y="2122032"/>
                  </a:lnTo>
                  <a:lnTo>
                    <a:pt x="146929" y="2081290"/>
                  </a:lnTo>
                  <a:lnTo>
                    <a:pt x="127401" y="2039817"/>
                  </a:lnTo>
                  <a:lnTo>
                    <a:pt x="109162" y="1997637"/>
                  </a:lnTo>
                  <a:lnTo>
                    <a:pt x="92236" y="1954775"/>
                  </a:lnTo>
                  <a:lnTo>
                    <a:pt x="76650" y="1911258"/>
                  </a:lnTo>
                  <a:lnTo>
                    <a:pt x="62428" y="1867109"/>
                  </a:lnTo>
                  <a:lnTo>
                    <a:pt x="49595" y="1822356"/>
                  </a:lnTo>
                  <a:lnTo>
                    <a:pt x="38178" y="1777022"/>
                  </a:lnTo>
                  <a:lnTo>
                    <a:pt x="28201" y="1731133"/>
                  </a:lnTo>
                  <a:lnTo>
                    <a:pt x="19689" y="1684715"/>
                  </a:lnTo>
                  <a:lnTo>
                    <a:pt x="12668" y="1637793"/>
                  </a:lnTo>
                  <a:lnTo>
                    <a:pt x="7164" y="1590391"/>
                  </a:lnTo>
                  <a:lnTo>
                    <a:pt x="3200" y="1542536"/>
                  </a:lnTo>
                  <a:lnTo>
                    <a:pt x="804" y="1494253"/>
                  </a:lnTo>
                  <a:lnTo>
                    <a:pt x="0" y="1445567"/>
                  </a:lnTo>
                  <a:lnTo>
                    <a:pt x="804" y="1396880"/>
                  </a:lnTo>
                  <a:lnTo>
                    <a:pt x="3200" y="1348597"/>
                  </a:lnTo>
                  <a:lnTo>
                    <a:pt x="7164" y="1300742"/>
                  </a:lnTo>
                  <a:lnTo>
                    <a:pt x="12668" y="1253341"/>
                  </a:lnTo>
                  <a:lnTo>
                    <a:pt x="19689" y="1206418"/>
                  </a:lnTo>
                  <a:lnTo>
                    <a:pt x="28201" y="1160000"/>
                  </a:lnTo>
                  <a:lnTo>
                    <a:pt x="38178" y="1114111"/>
                  </a:lnTo>
                  <a:lnTo>
                    <a:pt x="49595" y="1068778"/>
                  </a:lnTo>
                  <a:lnTo>
                    <a:pt x="62428" y="1024024"/>
                  </a:lnTo>
                  <a:lnTo>
                    <a:pt x="76650" y="979876"/>
                  </a:lnTo>
                  <a:lnTo>
                    <a:pt x="92236" y="936358"/>
                  </a:lnTo>
                  <a:lnTo>
                    <a:pt x="109162" y="893497"/>
                  </a:lnTo>
                  <a:lnTo>
                    <a:pt x="127401" y="851316"/>
                  </a:lnTo>
                  <a:lnTo>
                    <a:pt x="146929" y="809843"/>
                  </a:lnTo>
                  <a:lnTo>
                    <a:pt x="167719" y="769101"/>
                  </a:lnTo>
                  <a:lnTo>
                    <a:pt x="189748" y="729117"/>
                  </a:lnTo>
                  <a:lnTo>
                    <a:pt x="212989" y="689915"/>
                  </a:lnTo>
                  <a:lnTo>
                    <a:pt x="237418" y="651521"/>
                  </a:lnTo>
                  <a:lnTo>
                    <a:pt x="263008" y="613960"/>
                  </a:lnTo>
                  <a:lnTo>
                    <a:pt x="289736" y="577257"/>
                  </a:lnTo>
                  <a:lnTo>
                    <a:pt x="317574" y="541438"/>
                  </a:lnTo>
                  <a:lnTo>
                    <a:pt x="346499" y="506528"/>
                  </a:lnTo>
                  <a:lnTo>
                    <a:pt x="376484" y="472553"/>
                  </a:lnTo>
                  <a:lnTo>
                    <a:pt x="407505" y="439537"/>
                  </a:lnTo>
                  <a:lnTo>
                    <a:pt x="439536" y="407505"/>
                  </a:lnTo>
                  <a:lnTo>
                    <a:pt x="472552" y="376485"/>
                  </a:lnTo>
                  <a:lnTo>
                    <a:pt x="506528" y="346499"/>
                  </a:lnTo>
                  <a:lnTo>
                    <a:pt x="541438" y="317574"/>
                  </a:lnTo>
                  <a:lnTo>
                    <a:pt x="577257" y="289736"/>
                  </a:lnTo>
                  <a:lnTo>
                    <a:pt x="613960" y="263009"/>
                  </a:lnTo>
                  <a:lnTo>
                    <a:pt x="651521" y="237418"/>
                  </a:lnTo>
                  <a:lnTo>
                    <a:pt x="689915" y="212989"/>
                  </a:lnTo>
                  <a:lnTo>
                    <a:pt x="729117" y="189748"/>
                  </a:lnTo>
                  <a:lnTo>
                    <a:pt x="769101" y="167719"/>
                  </a:lnTo>
                  <a:lnTo>
                    <a:pt x="809843" y="146929"/>
                  </a:lnTo>
                  <a:lnTo>
                    <a:pt x="851316" y="127401"/>
                  </a:lnTo>
                  <a:lnTo>
                    <a:pt x="893496" y="109162"/>
                  </a:lnTo>
                  <a:lnTo>
                    <a:pt x="936358" y="92236"/>
                  </a:lnTo>
                  <a:lnTo>
                    <a:pt x="979875" y="76650"/>
                  </a:lnTo>
                  <a:lnTo>
                    <a:pt x="1024024" y="62428"/>
                  </a:lnTo>
                  <a:lnTo>
                    <a:pt x="1068777" y="49595"/>
                  </a:lnTo>
                  <a:lnTo>
                    <a:pt x="1114111" y="38178"/>
                  </a:lnTo>
                  <a:lnTo>
                    <a:pt x="1160000" y="28201"/>
                  </a:lnTo>
                  <a:lnTo>
                    <a:pt x="1206418" y="19689"/>
                  </a:lnTo>
                  <a:lnTo>
                    <a:pt x="1253340" y="12668"/>
                  </a:lnTo>
                  <a:lnTo>
                    <a:pt x="1300742" y="7164"/>
                  </a:lnTo>
                  <a:lnTo>
                    <a:pt x="1348597" y="3200"/>
                  </a:lnTo>
                  <a:lnTo>
                    <a:pt x="1396880" y="804"/>
                  </a:lnTo>
                  <a:lnTo>
                    <a:pt x="1445566" y="0"/>
                  </a:lnTo>
                  <a:lnTo>
                    <a:pt x="1494253" y="804"/>
                  </a:lnTo>
                  <a:lnTo>
                    <a:pt x="1542536" y="3200"/>
                  </a:lnTo>
                  <a:lnTo>
                    <a:pt x="1590391" y="7164"/>
                  </a:lnTo>
                  <a:lnTo>
                    <a:pt x="1637792" y="12668"/>
                  </a:lnTo>
                  <a:lnTo>
                    <a:pt x="1684715" y="19689"/>
                  </a:lnTo>
                  <a:lnTo>
                    <a:pt x="1731133" y="28201"/>
                  </a:lnTo>
                  <a:lnTo>
                    <a:pt x="1777022" y="38178"/>
                  </a:lnTo>
                  <a:lnTo>
                    <a:pt x="1822355" y="49595"/>
                  </a:lnTo>
                  <a:lnTo>
                    <a:pt x="1867109" y="62428"/>
                  </a:lnTo>
                  <a:lnTo>
                    <a:pt x="1911257" y="76650"/>
                  </a:lnTo>
                  <a:lnTo>
                    <a:pt x="1954775" y="92236"/>
                  </a:lnTo>
                  <a:lnTo>
                    <a:pt x="1997636" y="109162"/>
                  </a:lnTo>
                  <a:lnTo>
                    <a:pt x="2039817" y="127401"/>
                  </a:lnTo>
                  <a:lnTo>
                    <a:pt x="2081290" y="146929"/>
                  </a:lnTo>
                  <a:lnTo>
                    <a:pt x="2122032" y="167719"/>
                  </a:lnTo>
                  <a:lnTo>
                    <a:pt x="2162016" y="189748"/>
                  </a:lnTo>
                  <a:lnTo>
                    <a:pt x="2201218" y="212989"/>
                  </a:lnTo>
                  <a:lnTo>
                    <a:pt x="2239612" y="237418"/>
                  </a:lnTo>
                  <a:lnTo>
                    <a:pt x="2277173" y="263009"/>
                  </a:lnTo>
                  <a:lnTo>
                    <a:pt x="2313876" y="289736"/>
                  </a:lnTo>
                  <a:lnTo>
                    <a:pt x="2349695" y="317574"/>
                  </a:lnTo>
                  <a:lnTo>
                    <a:pt x="2384605" y="346499"/>
                  </a:lnTo>
                  <a:lnTo>
                    <a:pt x="2418581" y="376485"/>
                  </a:lnTo>
                  <a:lnTo>
                    <a:pt x="2451597" y="407505"/>
                  </a:lnTo>
                  <a:lnTo>
                    <a:pt x="2483628" y="439537"/>
                  </a:lnTo>
                  <a:lnTo>
                    <a:pt x="2514649" y="472553"/>
                  </a:lnTo>
                  <a:lnTo>
                    <a:pt x="2544634" y="506528"/>
                  </a:lnTo>
                  <a:lnTo>
                    <a:pt x="2573559" y="541438"/>
                  </a:lnTo>
                  <a:lnTo>
                    <a:pt x="2601398" y="577257"/>
                  </a:lnTo>
                  <a:lnTo>
                    <a:pt x="2628125" y="613960"/>
                  </a:lnTo>
                  <a:lnTo>
                    <a:pt x="2653715" y="651521"/>
                  </a:lnTo>
                  <a:lnTo>
                    <a:pt x="2678144" y="689915"/>
                  </a:lnTo>
                  <a:lnTo>
                    <a:pt x="2701385" y="729117"/>
                  </a:lnTo>
                  <a:lnTo>
                    <a:pt x="2723414" y="769101"/>
                  </a:lnTo>
                  <a:lnTo>
                    <a:pt x="2744205" y="809843"/>
                  </a:lnTo>
                  <a:lnTo>
                    <a:pt x="2763732" y="851316"/>
                  </a:lnTo>
                  <a:lnTo>
                    <a:pt x="2781972" y="893497"/>
                  </a:lnTo>
                  <a:lnTo>
                    <a:pt x="2798897" y="936358"/>
                  </a:lnTo>
                  <a:lnTo>
                    <a:pt x="2814484" y="979876"/>
                  </a:lnTo>
                  <a:lnTo>
                    <a:pt x="2828706" y="1024024"/>
                  </a:lnTo>
                  <a:lnTo>
                    <a:pt x="2841538" y="1068778"/>
                  </a:lnTo>
                  <a:lnTo>
                    <a:pt x="2852956" y="1114111"/>
                  </a:lnTo>
                  <a:lnTo>
                    <a:pt x="2862933" y="1160000"/>
                  </a:lnTo>
                  <a:lnTo>
                    <a:pt x="2871444" y="1206418"/>
                  </a:lnTo>
                  <a:lnTo>
                    <a:pt x="2878465" y="1253341"/>
                  </a:lnTo>
                  <a:lnTo>
                    <a:pt x="2883970" y="1300742"/>
                  </a:lnTo>
                  <a:lnTo>
                    <a:pt x="2887933" y="1348597"/>
                  </a:lnTo>
                  <a:lnTo>
                    <a:pt x="2890330" y="1396880"/>
                  </a:lnTo>
                  <a:lnTo>
                    <a:pt x="2891134" y="1445567"/>
                  </a:lnTo>
                  <a:lnTo>
                    <a:pt x="2890330" y="1494253"/>
                  </a:lnTo>
                  <a:lnTo>
                    <a:pt x="2887933" y="1542536"/>
                  </a:lnTo>
                  <a:lnTo>
                    <a:pt x="2883970" y="1590391"/>
                  </a:lnTo>
                  <a:lnTo>
                    <a:pt x="2878465" y="1637793"/>
                  </a:lnTo>
                  <a:lnTo>
                    <a:pt x="2871444" y="1684715"/>
                  </a:lnTo>
                  <a:lnTo>
                    <a:pt x="2862933" y="1731133"/>
                  </a:lnTo>
                  <a:lnTo>
                    <a:pt x="2852956" y="1777022"/>
                  </a:lnTo>
                  <a:lnTo>
                    <a:pt x="2841538" y="1822356"/>
                  </a:lnTo>
                  <a:lnTo>
                    <a:pt x="2828706" y="1867109"/>
                  </a:lnTo>
                  <a:lnTo>
                    <a:pt x="2814484" y="1911258"/>
                  </a:lnTo>
                  <a:lnTo>
                    <a:pt x="2798897" y="1954775"/>
                  </a:lnTo>
                  <a:lnTo>
                    <a:pt x="2781972" y="1997637"/>
                  </a:lnTo>
                  <a:lnTo>
                    <a:pt x="2763732" y="2039817"/>
                  </a:lnTo>
                  <a:lnTo>
                    <a:pt x="2744205" y="2081290"/>
                  </a:lnTo>
                  <a:lnTo>
                    <a:pt x="2723414" y="2122032"/>
                  </a:lnTo>
                  <a:lnTo>
                    <a:pt x="2701385" y="2162016"/>
                  </a:lnTo>
                  <a:lnTo>
                    <a:pt x="2678144" y="2201218"/>
                  </a:lnTo>
                  <a:lnTo>
                    <a:pt x="2653715" y="2239612"/>
                  </a:lnTo>
                  <a:lnTo>
                    <a:pt x="2628125" y="2277173"/>
                  </a:lnTo>
                  <a:lnTo>
                    <a:pt x="2601398" y="2313876"/>
                  </a:lnTo>
                  <a:lnTo>
                    <a:pt x="2573559" y="2349695"/>
                  </a:lnTo>
                  <a:lnTo>
                    <a:pt x="2544634" y="2384605"/>
                  </a:lnTo>
                  <a:lnTo>
                    <a:pt x="2514649" y="2418580"/>
                  </a:lnTo>
                  <a:lnTo>
                    <a:pt x="2483628" y="2451596"/>
                  </a:lnTo>
                  <a:lnTo>
                    <a:pt x="2451597" y="2483628"/>
                  </a:lnTo>
                  <a:lnTo>
                    <a:pt x="2418581" y="2514648"/>
                  </a:lnTo>
                  <a:lnTo>
                    <a:pt x="2384605" y="2544634"/>
                  </a:lnTo>
                  <a:lnTo>
                    <a:pt x="2349695" y="2573559"/>
                  </a:lnTo>
                  <a:lnTo>
                    <a:pt x="2313876" y="2601397"/>
                  </a:lnTo>
                  <a:lnTo>
                    <a:pt x="2277173" y="2628124"/>
                  </a:lnTo>
                  <a:lnTo>
                    <a:pt x="2239612" y="2653715"/>
                  </a:lnTo>
                  <a:lnTo>
                    <a:pt x="2201218" y="2678143"/>
                  </a:lnTo>
                  <a:lnTo>
                    <a:pt x="2162016" y="2701385"/>
                  </a:lnTo>
                  <a:lnTo>
                    <a:pt x="2122032" y="2723413"/>
                  </a:lnTo>
                  <a:lnTo>
                    <a:pt x="2081290" y="2744204"/>
                  </a:lnTo>
                  <a:lnTo>
                    <a:pt x="2039817" y="2763732"/>
                  </a:lnTo>
                  <a:lnTo>
                    <a:pt x="1997636" y="2781971"/>
                  </a:lnTo>
                  <a:lnTo>
                    <a:pt x="1954775" y="2798897"/>
                  </a:lnTo>
                  <a:lnTo>
                    <a:pt x="1911257" y="2814483"/>
                  </a:lnTo>
                  <a:lnTo>
                    <a:pt x="1867109" y="2828705"/>
                  </a:lnTo>
                  <a:lnTo>
                    <a:pt x="1822355" y="2841537"/>
                  </a:lnTo>
                  <a:lnTo>
                    <a:pt x="1777022" y="2852955"/>
                  </a:lnTo>
                  <a:lnTo>
                    <a:pt x="1731133" y="2862932"/>
                  </a:lnTo>
                  <a:lnTo>
                    <a:pt x="1684715" y="2871444"/>
                  </a:lnTo>
                  <a:lnTo>
                    <a:pt x="1637792" y="2878464"/>
                  </a:lnTo>
                  <a:lnTo>
                    <a:pt x="1590391" y="2883969"/>
                  </a:lnTo>
                  <a:lnTo>
                    <a:pt x="1542536" y="2887932"/>
                  </a:lnTo>
                  <a:lnTo>
                    <a:pt x="1494253" y="2890329"/>
                  </a:lnTo>
                  <a:lnTo>
                    <a:pt x="1445566" y="2891133"/>
                  </a:lnTo>
                  <a:close/>
                </a:path>
              </a:pathLst>
            </a:custGeom>
            <a:solidFill>
              <a:srgbClr val="1C73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776616" y="3318536"/>
              <a:ext cx="2611903" cy="261190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776617" y="3318535"/>
              <a:ext cx="2609850" cy="2609850"/>
            </a:xfrm>
            <a:custGeom>
              <a:avLst/>
              <a:gdLst/>
              <a:ahLst/>
              <a:cxnLst/>
              <a:rect l="l" t="t" r="r" b="b"/>
              <a:pathLst>
                <a:path w="2609850" h="2609850">
                  <a:moveTo>
                    <a:pt x="1375866" y="2609729"/>
                  </a:moveTo>
                  <a:lnTo>
                    <a:pt x="1448193" y="2604245"/>
                  </a:lnTo>
                  <a:lnTo>
                    <a:pt x="1494681" y="2598365"/>
                  </a:lnTo>
                  <a:lnTo>
                    <a:pt x="1540647" y="2590871"/>
                  </a:lnTo>
                  <a:lnTo>
                    <a:pt x="1586060" y="2581791"/>
                  </a:lnTo>
                  <a:lnTo>
                    <a:pt x="1630892" y="2571156"/>
                  </a:lnTo>
                  <a:lnTo>
                    <a:pt x="1675078" y="2558868"/>
                  </a:lnTo>
                  <a:lnTo>
                    <a:pt x="1718698" y="2545337"/>
                  </a:lnTo>
                  <a:lnTo>
                    <a:pt x="1761603" y="2530212"/>
                  </a:lnTo>
                  <a:lnTo>
                    <a:pt x="1803814" y="2513649"/>
                  </a:lnTo>
                  <a:lnTo>
                    <a:pt x="1845295" y="2495679"/>
                  </a:lnTo>
                  <a:lnTo>
                    <a:pt x="1886017" y="2476330"/>
                  </a:lnTo>
                  <a:lnTo>
                    <a:pt x="1925951" y="2455632"/>
                  </a:lnTo>
                  <a:lnTo>
                    <a:pt x="1965068" y="2433614"/>
                  </a:lnTo>
                  <a:lnTo>
                    <a:pt x="2003337" y="2410306"/>
                  </a:lnTo>
                  <a:lnTo>
                    <a:pt x="2040729" y="2385738"/>
                  </a:lnTo>
                  <a:lnTo>
                    <a:pt x="2077215" y="2359939"/>
                  </a:lnTo>
                  <a:lnTo>
                    <a:pt x="2112765" y="2332938"/>
                  </a:lnTo>
                  <a:lnTo>
                    <a:pt x="2147350" y="2304766"/>
                  </a:lnTo>
                  <a:lnTo>
                    <a:pt x="2180940" y="2275451"/>
                  </a:lnTo>
                  <a:lnTo>
                    <a:pt x="2213506" y="2245023"/>
                  </a:lnTo>
                  <a:lnTo>
                    <a:pt x="2245017" y="2213511"/>
                  </a:lnTo>
                  <a:lnTo>
                    <a:pt x="2275445" y="2180946"/>
                  </a:lnTo>
                  <a:lnTo>
                    <a:pt x="2304761" y="2147356"/>
                  </a:lnTo>
                  <a:lnTo>
                    <a:pt x="2332934" y="2112772"/>
                  </a:lnTo>
                  <a:lnTo>
                    <a:pt x="2359934" y="2077222"/>
                  </a:lnTo>
                  <a:lnTo>
                    <a:pt x="2385734" y="2040736"/>
                  </a:lnTo>
                  <a:lnTo>
                    <a:pt x="2410302" y="2003344"/>
                  </a:lnTo>
                  <a:lnTo>
                    <a:pt x="2433610" y="1965075"/>
                  </a:lnTo>
                  <a:lnTo>
                    <a:pt x="2455628" y="1925958"/>
                  </a:lnTo>
                  <a:lnTo>
                    <a:pt x="2476326" y="1886024"/>
                  </a:lnTo>
                  <a:lnTo>
                    <a:pt x="2495676" y="1845302"/>
                  </a:lnTo>
                  <a:lnTo>
                    <a:pt x="2513647" y="1803821"/>
                  </a:lnTo>
                  <a:lnTo>
                    <a:pt x="2530209" y="1761610"/>
                  </a:lnTo>
                  <a:lnTo>
                    <a:pt x="2545207" y="1718656"/>
                  </a:lnTo>
                  <a:lnTo>
                    <a:pt x="2558865" y="1675080"/>
                  </a:lnTo>
                  <a:lnTo>
                    <a:pt x="2571027" y="1630864"/>
                  </a:lnTo>
                  <a:lnTo>
                    <a:pt x="2581789" y="1586063"/>
                  </a:lnTo>
                  <a:lnTo>
                    <a:pt x="2581653" y="1586084"/>
                  </a:lnTo>
                  <a:lnTo>
                    <a:pt x="2590870" y="1540654"/>
                  </a:lnTo>
                  <a:lnTo>
                    <a:pt x="2598364" y="1494688"/>
                  </a:lnTo>
                  <a:lnTo>
                    <a:pt x="2604245" y="1448200"/>
                  </a:lnTo>
                  <a:lnTo>
                    <a:pt x="2608481" y="1401219"/>
                  </a:lnTo>
                  <a:lnTo>
                    <a:pt x="2609784" y="1375876"/>
                  </a:lnTo>
                </a:path>
                <a:path w="2609850" h="2609850">
                  <a:moveTo>
                    <a:pt x="2609733" y="1236030"/>
                  </a:moveTo>
                  <a:lnTo>
                    <a:pt x="2604233" y="1163591"/>
                  </a:lnTo>
                  <a:lnTo>
                    <a:pt x="2598349" y="1117104"/>
                  </a:lnTo>
                  <a:lnTo>
                    <a:pt x="2590850" y="1071139"/>
                  </a:lnTo>
                  <a:lnTo>
                    <a:pt x="2581766" y="1025727"/>
                  </a:lnTo>
                  <a:lnTo>
                    <a:pt x="2571127" y="980897"/>
                  </a:lnTo>
                  <a:lnTo>
                    <a:pt x="2558963" y="936678"/>
                  </a:lnTo>
                  <a:lnTo>
                    <a:pt x="2545301" y="893100"/>
                  </a:lnTo>
                  <a:lnTo>
                    <a:pt x="2530173" y="850193"/>
                  </a:lnTo>
                  <a:lnTo>
                    <a:pt x="2513607" y="807985"/>
                  </a:lnTo>
                  <a:lnTo>
                    <a:pt x="2495634" y="766507"/>
                  </a:lnTo>
                  <a:lnTo>
                    <a:pt x="2476282" y="725788"/>
                  </a:lnTo>
                  <a:lnTo>
                    <a:pt x="2455581" y="685857"/>
                  </a:lnTo>
                  <a:lnTo>
                    <a:pt x="2433561" y="646744"/>
                  </a:lnTo>
                  <a:lnTo>
                    <a:pt x="2410252" y="608478"/>
                  </a:lnTo>
                  <a:lnTo>
                    <a:pt x="2385682" y="571090"/>
                  </a:lnTo>
                  <a:lnTo>
                    <a:pt x="2359881" y="534607"/>
                  </a:lnTo>
                  <a:lnTo>
                    <a:pt x="2332879" y="499061"/>
                  </a:lnTo>
                  <a:lnTo>
                    <a:pt x="2304706" y="464480"/>
                  </a:lnTo>
                  <a:lnTo>
                    <a:pt x="2275390" y="430894"/>
                  </a:lnTo>
                  <a:lnTo>
                    <a:pt x="2244962" y="398333"/>
                  </a:lnTo>
                  <a:lnTo>
                    <a:pt x="2213450" y="366825"/>
                  </a:lnTo>
                  <a:lnTo>
                    <a:pt x="2180885" y="336401"/>
                  </a:lnTo>
                  <a:lnTo>
                    <a:pt x="2147295" y="307090"/>
                  </a:lnTo>
                  <a:lnTo>
                    <a:pt x="2112711" y="278921"/>
                  </a:lnTo>
                  <a:lnTo>
                    <a:pt x="2077162" y="251924"/>
                  </a:lnTo>
                  <a:lnTo>
                    <a:pt x="2040678" y="226128"/>
                  </a:lnTo>
                  <a:lnTo>
                    <a:pt x="2003287" y="201564"/>
                  </a:lnTo>
                  <a:lnTo>
                    <a:pt x="1965020" y="178259"/>
                  </a:lnTo>
                  <a:lnTo>
                    <a:pt x="1925905" y="156245"/>
                  </a:lnTo>
                  <a:lnTo>
                    <a:pt x="1885974" y="135550"/>
                  </a:lnTo>
                  <a:lnTo>
                    <a:pt x="1845254" y="116204"/>
                  </a:lnTo>
                  <a:lnTo>
                    <a:pt x="1803775" y="98236"/>
                  </a:lnTo>
                  <a:lnTo>
                    <a:pt x="1761568" y="81677"/>
                  </a:lnTo>
                  <a:lnTo>
                    <a:pt x="1718661" y="66554"/>
                  </a:lnTo>
                  <a:lnTo>
                    <a:pt x="1675084" y="52898"/>
                  </a:lnTo>
                  <a:lnTo>
                    <a:pt x="1630867" y="40739"/>
                  </a:lnTo>
                  <a:lnTo>
                    <a:pt x="1586038" y="30106"/>
                  </a:lnTo>
                  <a:lnTo>
                    <a:pt x="1540629" y="21028"/>
                  </a:lnTo>
                  <a:lnTo>
                    <a:pt x="1494667" y="13534"/>
                  </a:lnTo>
                  <a:lnTo>
                    <a:pt x="1448183" y="7656"/>
                  </a:lnTo>
                  <a:lnTo>
                    <a:pt x="1401206" y="3420"/>
                  </a:lnTo>
                  <a:lnTo>
                    <a:pt x="1353765" y="859"/>
                  </a:lnTo>
                  <a:lnTo>
                    <a:pt x="1305890" y="0"/>
                  </a:lnTo>
                  <a:lnTo>
                    <a:pt x="1258016" y="863"/>
                  </a:lnTo>
                  <a:lnTo>
                    <a:pt x="1210576" y="3429"/>
                  </a:lnTo>
                  <a:lnTo>
                    <a:pt x="1163600" y="7668"/>
                  </a:lnTo>
                  <a:lnTo>
                    <a:pt x="1117116" y="13552"/>
                  </a:lnTo>
                  <a:lnTo>
                    <a:pt x="1071156" y="21049"/>
                  </a:lnTo>
                  <a:lnTo>
                    <a:pt x="1025748" y="30131"/>
                  </a:lnTo>
                  <a:lnTo>
                    <a:pt x="980922" y="40768"/>
                  </a:lnTo>
                  <a:lnTo>
                    <a:pt x="936706" y="52931"/>
                  </a:lnTo>
                  <a:lnTo>
                    <a:pt x="893132" y="66590"/>
                  </a:lnTo>
                  <a:lnTo>
                    <a:pt x="850228" y="81716"/>
                  </a:lnTo>
                  <a:lnTo>
                    <a:pt x="808023" y="98279"/>
                  </a:lnTo>
                  <a:lnTo>
                    <a:pt x="766548" y="116249"/>
                  </a:lnTo>
                  <a:lnTo>
                    <a:pt x="725831" y="135598"/>
                  </a:lnTo>
                  <a:lnTo>
                    <a:pt x="685903" y="156295"/>
                  </a:lnTo>
                  <a:lnTo>
                    <a:pt x="646792" y="178312"/>
                  </a:lnTo>
                  <a:lnTo>
                    <a:pt x="608529" y="201618"/>
                  </a:lnTo>
                  <a:lnTo>
                    <a:pt x="571142" y="226184"/>
                  </a:lnTo>
                  <a:lnTo>
                    <a:pt x="534661" y="251981"/>
                  </a:lnTo>
                  <a:lnTo>
                    <a:pt x="499116" y="278979"/>
                  </a:lnTo>
                  <a:lnTo>
                    <a:pt x="464536" y="307149"/>
                  </a:lnTo>
                  <a:lnTo>
                    <a:pt x="430951" y="336461"/>
                  </a:lnTo>
                  <a:lnTo>
                    <a:pt x="398390" y="366885"/>
                  </a:lnTo>
                  <a:lnTo>
                    <a:pt x="366882" y="398393"/>
                  </a:lnTo>
                  <a:lnTo>
                    <a:pt x="336458" y="430954"/>
                  </a:lnTo>
                  <a:lnTo>
                    <a:pt x="307146" y="464539"/>
                  </a:lnTo>
                  <a:lnTo>
                    <a:pt x="278977" y="499119"/>
                  </a:lnTo>
                  <a:lnTo>
                    <a:pt x="251979" y="534664"/>
                  </a:lnTo>
                  <a:lnTo>
                    <a:pt x="226182" y="571145"/>
                  </a:lnTo>
                  <a:lnTo>
                    <a:pt x="201616" y="608532"/>
                  </a:lnTo>
                  <a:lnTo>
                    <a:pt x="178310" y="646796"/>
                  </a:lnTo>
                  <a:lnTo>
                    <a:pt x="156294" y="685906"/>
                  </a:lnTo>
                  <a:lnTo>
                    <a:pt x="135596" y="725835"/>
                  </a:lnTo>
                  <a:lnTo>
                    <a:pt x="116248" y="766551"/>
                  </a:lnTo>
                  <a:lnTo>
                    <a:pt x="98277" y="808027"/>
                  </a:lnTo>
                  <a:lnTo>
                    <a:pt x="81715" y="850231"/>
                  </a:lnTo>
                  <a:lnTo>
                    <a:pt x="66589" y="893135"/>
                  </a:lnTo>
                  <a:lnTo>
                    <a:pt x="52930" y="936710"/>
                  </a:lnTo>
                  <a:lnTo>
                    <a:pt x="40767" y="980925"/>
                  </a:lnTo>
                  <a:lnTo>
                    <a:pt x="30130" y="1025751"/>
                  </a:lnTo>
                  <a:lnTo>
                    <a:pt x="21048" y="1071159"/>
                  </a:lnTo>
                  <a:lnTo>
                    <a:pt x="13551" y="1117119"/>
                  </a:lnTo>
                  <a:lnTo>
                    <a:pt x="7668" y="1163602"/>
                  </a:lnTo>
                  <a:lnTo>
                    <a:pt x="3429" y="1210579"/>
                  </a:lnTo>
                  <a:lnTo>
                    <a:pt x="863" y="1258018"/>
                  </a:lnTo>
                  <a:lnTo>
                    <a:pt x="0" y="1305893"/>
                  </a:lnTo>
                  <a:lnTo>
                    <a:pt x="859" y="1353767"/>
                  </a:lnTo>
                  <a:lnTo>
                    <a:pt x="3421" y="1401208"/>
                  </a:lnTo>
                  <a:lnTo>
                    <a:pt x="7656" y="1448185"/>
                  </a:lnTo>
                  <a:lnTo>
                    <a:pt x="13535" y="1494669"/>
                  </a:lnTo>
                  <a:lnTo>
                    <a:pt x="21028" y="1540630"/>
                  </a:lnTo>
                  <a:lnTo>
                    <a:pt x="30106" y="1586040"/>
                  </a:lnTo>
                  <a:lnTo>
                    <a:pt x="40739" y="1630868"/>
                  </a:lnTo>
                  <a:lnTo>
                    <a:pt x="52899" y="1675085"/>
                  </a:lnTo>
                  <a:lnTo>
                    <a:pt x="66554" y="1718662"/>
                  </a:lnTo>
                  <a:lnTo>
                    <a:pt x="81677" y="1761568"/>
                  </a:lnTo>
                  <a:lnTo>
                    <a:pt x="98236" y="1803776"/>
                  </a:lnTo>
                  <a:lnTo>
                    <a:pt x="116204" y="1845254"/>
                  </a:lnTo>
                  <a:lnTo>
                    <a:pt x="135550" y="1885974"/>
                  </a:lnTo>
                  <a:lnTo>
                    <a:pt x="156245" y="1925905"/>
                  </a:lnTo>
                  <a:lnTo>
                    <a:pt x="178259" y="1965019"/>
                  </a:lnTo>
                  <a:lnTo>
                    <a:pt x="201563" y="2003286"/>
                  </a:lnTo>
                  <a:lnTo>
                    <a:pt x="226128" y="2040677"/>
                  </a:lnTo>
                  <a:lnTo>
                    <a:pt x="251923" y="2077162"/>
                  </a:lnTo>
                  <a:lnTo>
                    <a:pt x="278920" y="2112710"/>
                  </a:lnTo>
                  <a:lnTo>
                    <a:pt x="307089" y="2147294"/>
                  </a:lnTo>
                  <a:lnTo>
                    <a:pt x="336400" y="2180884"/>
                  </a:lnTo>
                  <a:lnTo>
                    <a:pt x="366824" y="2213449"/>
                  </a:lnTo>
                  <a:lnTo>
                    <a:pt x="398331" y="2244960"/>
                  </a:lnTo>
                  <a:lnTo>
                    <a:pt x="430892" y="2275388"/>
                  </a:lnTo>
                  <a:lnTo>
                    <a:pt x="464478" y="2304704"/>
                  </a:lnTo>
                  <a:lnTo>
                    <a:pt x="499059" y="2332878"/>
                  </a:lnTo>
                  <a:lnTo>
                    <a:pt x="534605" y="2359879"/>
                  </a:lnTo>
                  <a:lnTo>
                    <a:pt x="571087" y="2385680"/>
                  </a:lnTo>
                  <a:lnTo>
                    <a:pt x="608475" y="2410250"/>
                  </a:lnTo>
                  <a:lnTo>
                    <a:pt x="646741" y="2433560"/>
                  </a:lnTo>
                  <a:lnTo>
                    <a:pt x="685853" y="2455580"/>
                  </a:lnTo>
                  <a:lnTo>
                    <a:pt x="725784" y="2476280"/>
                  </a:lnTo>
                  <a:lnTo>
                    <a:pt x="766503" y="2495632"/>
                  </a:lnTo>
                  <a:lnTo>
                    <a:pt x="807981" y="2513606"/>
                  </a:lnTo>
                  <a:lnTo>
                    <a:pt x="850189" y="2530171"/>
                  </a:lnTo>
                  <a:lnTo>
                    <a:pt x="893096" y="2545299"/>
                  </a:lnTo>
                  <a:lnTo>
                    <a:pt x="936674" y="2558961"/>
                  </a:lnTo>
                  <a:lnTo>
                    <a:pt x="980892" y="2571126"/>
                  </a:lnTo>
                  <a:lnTo>
                    <a:pt x="1025722" y="2581765"/>
                  </a:lnTo>
                  <a:lnTo>
                    <a:pt x="1071134" y="2590849"/>
                  </a:lnTo>
                  <a:lnTo>
                    <a:pt x="1117098" y="2598347"/>
                  </a:lnTo>
                  <a:lnTo>
                    <a:pt x="1163585" y="2604232"/>
                  </a:lnTo>
                  <a:lnTo>
                    <a:pt x="1210566" y="2608472"/>
                  </a:lnTo>
                  <a:lnTo>
                    <a:pt x="1236030" y="2609789"/>
                  </a:lnTo>
                </a:path>
              </a:pathLst>
            </a:custGeom>
            <a:ln w="152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13525348" y="3178921"/>
            <a:ext cx="2991485" cy="2924175"/>
            <a:chOff x="13525348" y="3178921"/>
            <a:chExt cx="2991485" cy="2924175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620749" y="3207279"/>
              <a:ext cx="2895599" cy="289559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525348" y="3178921"/>
              <a:ext cx="2891155" cy="2891155"/>
            </a:xfrm>
            <a:custGeom>
              <a:avLst/>
              <a:gdLst/>
              <a:ahLst/>
              <a:cxnLst/>
              <a:rect l="l" t="t" r="r" b="b"/>
              <a:pathLst>
                <a:path w="2891155" h="2891154">
                  <a:moveTo>
                    <a:pt x="1445567" y="2891133"/>
                  </a:moveTo>
                  <a:lnTo>
                    <a:pt x="1396881" y="2890329"/>
                  </a:lnTo>
                  <a:lnTo>
                    <a:pt x="1348597" y="2887932"/>
                  </a:lnTo>
                  <a:lnTo>
                    <a:pt x="1300742" y="2883969"/>
                  </a:lnTo>
                  <a:lnTo>
                    <a:pt x="1253341" y="2878464"/>
                  </a:lnTo>
                  <a:lnTo>
                    <a:pt x="1206419" y="2871444"/>
                  </a:lnTo>
                  <a:lnTo>
                    <a:pt x="1160000" y="2862932"/>
                  </a:lnTo>
                  <a:lnTo>
                    <a:pt x="1114112" y="2852955"/>
                  </a:lnTo>
                  <a:lnTo>
                    <a:pt x="1068778" y="2841537"/>
                  </a:lnTo>
                  <a:lnTo>
                    <a:pt x="1024024" y="2828705"/>
                  </a:lnTo>
                  <a:lnTo>
                    <a:pt x="979876" y="2814483"/>
                  </a:lnTo>
                  <a:lnTo>
                    <a:pt x="936358" y="2798897"/>
                  </a:lnTo>
                  <a:lnTo>
                    <a:pt x="893497" y="2781971"/>
                  </a:lnTo>
                  <a:lnTo>
                    <a:pt x="851317" y="2763732"/>
                  </a:lnTo>
                  <a:lnTo>
                    <a:pt x="809843" y="2744204"/>
                  </a:lnTo>
                  <a:lnTo>
                    <a:pt x="769101" y="2723413"/>
                  </a:lnTo>
                  <a:lnTo>
                    <a:pt x="729117" y="2701385"/>
                  </a:lnTo>
                  <a:lnTo>
                    <a:pt x="689915" y="2678143"/>
                  </a:lnTo>
                  <a:lnTo>
                    <a:pt x="651521" y="2653715"/>
                  </a:lnTo>
                  <a:lnTo>
                    <a:pt x="613960" y="2628124"/>
                  </a:lnTo>
                  <a:lnTo>
                    <a:pt x="577257" y="2601397"/>
                  </a:lnTo>
                  <a:lnTo>
                    <a:pt x="541438" y="2573559"/>
                  </a:lnTo>
                  <a:lnTo>
                    <a:pt x="506528" y="2544634"/>
                  </a:lnTo>
                  <a:lnTo>
                    <a:pt x="472553" y="2514648"/>
                  </a:lnTo>
                  <a:lnTo>
                    <a:pt x="439537" y="2483628"/>
                  </a:lnTo>
                  <a:lnTo>
                    <a:pt x="407506" y="2451596"/>
                  </a:lnTo>
                  <a:lnTo>
                    <a:pt x="376485" y="2418580"/>
                  </a:lnTo>
                  <a:lnTo>
                    <a:pt x="346499" y="2384605"/>
                  </a:lnTo>
                  <a:lnTo>
                    <a:pt x="317575" y="2349695"/>
                  </a:lnTo>
                  <a:lnTo>
                    <a:pt x="289736" y="2313876"/>
                  </a:lnTo>
                  <a:lnTo>
                    <a:pt x="263009" y="2277173"/>
                  </a:lnTo>
                  <a:lnTo>
                    <a:pt x="237418" y="2239612"/>
                  </a:lnTo>
                  <a:lnTo>
                    <a:pt x="212990" y="2201218"/>
                  </a:lnTo>
                  <a:lnTo>
                    <a:pt x="189748" y="2162016"/>
                  </a:lnTo>
                  <a:lnTo>
                    <a:pt x="167720" y="2122032"/>
                  </a:lnTo>
                  <a:lnTo>
                    <a:pt x="146929" y="2081290"/>
                  </a:lnTo>
                  <a:lnTo>
                    <a:pt x="127401" y="2039817"/>
                  </a:lnTo>
                  <a:lnTo>
                    <a:pt x="109162" y="1997637"/>
                  </a:lnTo>
                  <a:lnTo>
                    <a:pt x="92236" y="1954775"/>
                  </a:lnTo>
                  <a:lnTo>
                    <a:pt x="76650" y="1911258"/>
                  </a:lnTo>
                  <a:lnTo>
                    <a:pt x="62428" y="1867109"/>
                  </a:lnTo>
                  <a:lnTo>
                    <a:pt x="49595" y="1822356"/>
                  </a:lnTo>
                  <a:lnTo>
                    <a:pt x="38178" y="1777022"/>
                  </a:lnTo>
                  <a:lnTo>
                    <a:pt x="28201" y="1731133"/>
                  </a:lnTo>
                  <a:lnTo>
                    <a:pt x="19689" y="1684715"/>
                  </a:lnTo>
                  <a:lnTo>
                    <a:pt x="12668" y="1637793"/>
                  </a:lnTo>
                  <a:lnTo>
                    <a:pt x="7164" y="1590391"/>
                  </a:lnTo>
                  <a:lnTo>
                    <a:pt x="3200" y="1542536"/>
                  </a:lnTo>
                  <a:lnTo>
                    <a:pt x="804" y="1494253"/>
                  </a:lnTo>
                  <a:lnTo>
                    <a:pt x="0" y="1445567"/>
                  </a:lnTo>
                  <a:lnTo>
                    <a:pt x="804" y="1396880"/>
                  </a:lnTo>
                  <a:lnTo>
                    <a:pt x="3200" y="1348597"/>
                  </a:lnTo>
                  <a:lnTo>
                    <a:pt x="7164" y="1300742"/>
                  </a:lnTo>
                  <a:lnTo>
                    <a:pt x="12668" y="1253341"/>
                  </a:lnTo>
                  <a:lnTo>
                    <a:pt x="19689" y="1206418"/>
                  </a:lnTo>
                  <a:lnTo>
                    <a:pt x="28201" y="1160000"/>
                  </a:lnTo>
                  <a:lnTo>
                    <a:pt x="38178" y="1114111"/>
                  </a:lnTo>
                  <a:lnTo>
                    <a:pt x="49595" y="1068778"/>
                  </a:lnTo>
                  <a:lnTo>
                    <a:pt x="62428" y="1024024"/>
                  </a:lnTo>
                  <a:lnTo>
                    <a:pt x="76650" y="979876"/>
                  </a:lnTo>
                  <a:lnTo>
                    <a:pt x="92236" y="936358"/>
                  </a:lnTo>
                  <a:lnTo>
                    <a:pt x="109162" y="893497"/>
                  </a:lnTo>
                  <a:lnTo>
                    <a:pt x="127401" y="851316"/>
                  </a:lnTo>
                  <a:lnTo>
                    <a:pt x="146929" y="809843"/>
                  </a:lnTo>
                  <a:lnTo>
                    <a:pt x="167720" y="769101"/>
                  </a:lnTo>
                  <a:lnTo>
                    <a:pt x="189748" y="729117"/>
                  </a:lnTo>
                  <a:lnTo>
                    <a:pt x="212990" y="689915"/>
                  </a:lnTo>
                  <a:lnTo>
                    <a:pt x="237418" y="651521"/>
                  </a:lnTo>
                  <a:lnTo>
                    <a:pt x="263009" y="613960"/>
                  </a:lnTo>
                  <a:lnTo>
                    <a:pt x="289736" y="577257"/>
                  </a:lnTo>
                  <a:lnTo>
                    <a:pt x="317575" y="541438"/>
                  </a:lnTo>
                  <a:lnTo>
                    <a:pt x="346499" y="506528"/>
                  </a:lnTo>
                  <a:lnTo>
                    <a:pt x="376485" y="472553"/>
                  </a:lnTo>
                  <a:lnTo>
                    <a:pt x="407506" y="439537"/>
                  </a:lnTo>
                  <a:lnTo>
                    <a:pt x="439537" y="407505"/>
                  </a:lnTo>
                  <a:lnTo>
                    <a:pt x="472553" y="376485"/>
                  </a:lnTo>
                  <a:lnTo>
                    <a:pt x="506528" y="346499"/>
                  </a:lnTo>
                  <a:lnTo>
                    <a:pt x="541438" y="317574"/>
                  </a:lnTo>
                  <a:lnTo>
                    <a:pt x="577257" y="289736"/>
                  </a:lnTo>
                  <a:lnTo>
                    <a:pt x="613960" y="263009"/>
                  </a:lnTo>
                  <a:lnTo>
                    <a:pt x="651521" y="237418"/>
                  </a:lnTo>
                  <a:lnTo>
                    <a:pt x="689915" y="212989"/>
                  </a:lnTo>
                  <a:lnTo>
                    <a:pt x="729117" y="189748"/>
                  </a:lnTo>
                  <a:lnTo>
                    <a:pt x="769101" y="167719"/>
                  </a:lnTo>
                  <a:lnTo>
                    <a:pt x="809843" y="146929"/>
                  </a:lnTo>
                  <a:lnTo>
                    <a:pt x="851317" y="127401"/>
                  </a:lnTo>
                  <a:lnTo>
                    <a:pt x="893497" y="109162"/>
                  </a:lnTo>
                  <a:lnTo>
                    <a:pt x="936358" y="92236"/>
                  </a:lnTo>
                  <a:lnTo>
                    <a:pt x="979876" y="76650"/>
                  </a:lnTo>
                  <a:lnTo>
                    <a:pt x="1024024" y="62428"/>
                  </a:lnTo>
                  <a:lnTo>
                    <a:pt x="1068778" y="49595"/>
                  </a:lnTo>
                  <a:lnTo>
                    <a:pt x="1114112" y="38178"/>
                  </a:lnTo>
                  <a:lnTo>
                    <a:pt x="1160000" y="28201"/>
                  </a:lnTo>
                  <a:lnTo>
                    <a:pt x="1206419" y="19689"/>
                  </a:lnTo>
                  <a:lnTo>
                    <a:pt x="1253341" y="12668"/>
                  </a:lnTo>
                  <a:lnTo>
                    <a:pt x="1300742" y="7164"/>
                  </a:lnTo>
                  <a:lnTo>
                    <a:pt x="1348597" y="3200"/>
                  </a:lnTo>
                  <a:lnTo>
                    <a:pt x="1396881" y="804"/>
                  </a:lnTo>
                  <a:lnTo>
                    <a:pt x="1445567" y="0"/>
                  </a:lnTo>
                  <a:lnTo>
                    <a:pt x="1494253" y="804"/>
                  </a:lnTo>
                  <a:lnTo>
                    <a:pt x="1542537" y="3200"/>
                  </a:lnTo>
                  <a:lnTo>
                    <a:pt x="1590392" y="7164"/>
                  </a:lnTo>
                  <a:lnTo>
                    <a:pt x="1637793" y="12668"/>
                  </a:lnTo>
                  <a:lnTo>
                    <a:pt x="1684715" y="19689"/>
                  </a:lnTo>
                  <a:lnTo>
                    <a:pt x="1731134" y="28201"/>
                  </a:lnTo>
                  <a:lnTo>
                    <a:pt x="1777022" y="38178"/>
                  </a:lnTo>
                  <a:lnTo>
                    <a:pt x="1822356" y="49595"/>
                  </a:lnTo>
                  <a:lnTo>
                    <a:pt x="1867110" y="62428"/>
                  </a:lnTo>
                  <a:lnTo>
                    <a:pt x="1911258" y="76650"/>
                  </a:lnTo>
                  <a:lnTo>
                    <a:pt x="1954775" y="92236"/>
                  </a:lnTo>
                  <a:lnTo>
                    <a:pt x="1997637" y="109162"/>
                  </a:lnTo>
                  <a:lnTo>
                    <a:pt x="2039817" y="127401"/>
                  </a:lnTo>
                  <a:lnTo>
                    <a:pt x="2081291" y="146929"/>
                  </a:lnTo>
                  <a:lnTo>
                    <a:pt x="2122032" y="167719"/>
                  </a:lnTo>
                  <a:lnTo>
                    <a:pt x="2162017" y="189748"/>
                  </a:lnTo>
                  <a:lnTo>
                    <a:pt x="2201218" y="212989"/>
                  </a:lnTo>
                  <a:lnTo>
                    <a:pt x="2239613" y="237418"/>
                  </a:lnTo>
                  <a:lnTo>
                    <a:pt x="2277174" y="263009"/>
                  </a:lnTo>
                  <a:lnTo>
                    <a:pt x="2313876" y="289736"/>
                  </a:lnTo>
                  <a:lnTo>
                    <a:pt x="2349695" y="317574"/>
                  </a:lnTo>
                  <a:lnTo>
                    <a:pt x="2384605" y="346499"/>
                  </a:lnTo>
                  <a:lnTo>
                    <a:pt x="2418580" y="376485"/>
                  </a:lnTo>
                  <a:lnTo>
                    <a:pt x="2451596" y="407505"/>
                  </a:lnTo>
                  <a:lnTo>
                    <a:pt x="2483628" y="439537"/>
                  </a:lnTo>
                  <a:lnTo>
                    <a:pt x="2514649" y="472553"/>
                  </a:lnTo>
                  <a:lnTo>
                    <a:pt x="2544634" y="506528"/>
                  </a:lnTo>
                  <a:lnTo>
                    <a:pt x="2573559" y="541438"/>
                  </a:lnTo>
                  <a:lnTo>
                    <a:pt x="2601397" y="577257"/>
                  </a:lnTo>
                  <a:lnTo>
                    <a:pt x="2628124" y="613960"/>
                  </a:lnTo>
                  <a:lnTo>
                    <a:pt x="2653715" y="651521"/>
                  </a:lnTo>
                  <a:lnTo>
                    <a:pt x="2678143" y="689915"/>
                  </a:lnTo>
                  <a:lnTo>
                    <a:pt x="2701385" y="729117"/>
                  </a:lnTo>
                  <a:lnTo>
                    <a:pt x="2723413" y="769101"/>
                  </a:lnTo>
                  <a:lnTo>
                    <a:pt x="2744204" y="809843"/>
                  </a:lnTo>
                  <a:lnTo>
                    <a:pt x="2763732" y="851316"/>
                  </a:lnTo>
                  <a:lnTo>
                    <a:pt x="2781971" y="893497"/>
                  </a:lnTo>
                  <a:lnTo>
                    <a:pt x="2798896" y="936358"/>
                  </a:lnTo>
                  <a:lnTo>
                    <a:pt x="2814483" y="979876"/>
                  </a:lnTo>
                  <a:lnTo>
                    <a:pt x="2828705" y="1024024"/>
                  </a:lnTo>
                  <a:lnTo>
                    <a:pt x="2841537" y="1068778"/>
                  </a:lnTo>
                  <a:lnTo>
                    <a:pt x="2852955" y="1114111"/>
                  </a:lnTo>
                  <a:lnTo>
                    <a:pt x="2862932" y="1160000"/>
                  </a:lnTo>
                  <a:lnTo>
                    <a:pt x="2871443" y="1206418"/>
                  </a:lnTo>
                  <a:lnTo>
                    <a:pt x="2878464" y="1253341"/>
                  </a:lnTo>
                  <a:lnTo>
                    <a:pt x="2883969" y="1300742"/>
                  </a:lnTo>
                  <a:lnTo>
                    <a:pt x="2887932" y="1348597"/>
                  </a:lnTo>
                  <a:lnTo>
                    <a:pt x="2890329" y="1396880"/>
                  </a:lnTo>
                  <a:lnTo>
                    <a:pt x="2891133" y="1445567"/>
                  </a:lnTo>
                  <a:lnTo>
                    <a:pt x="2890329" y="1494253"/>
                  </a:lnTo>
                  <a:lnTo>
                    <a:pt x="2887932" y="1542536"/>
                  </a:lnTo>
                  <a:lnTo>
                    <a:pt x="2883969" y="1590391"/>
                  </a:lnTo>
                  <a:lnTo>
                    <a:pt x="2878464" y="1637793"/>
                  </a:lnTo>
                  <a:lnTo>
                    <a:pt x="2871443" y="1684715"/>
                  </a:lnTo>
                  <a:lnTo>
                    <a:pt x="2862932" y="1731133"/>
                  </a:lnTo>
                  <a:lnTo>
                    <a:pt x="2852955" y="1777022"/>
                  </a:lnTo>
                  <a:lnTo>
                    <a:pt x="2841537" y="1822356"/>
                  </a:lnTo>
                  <a:lnTo>
                    <a:pt x="2828705" y="1867109"/>
                  </a:lnTo>
                  <a:lnTo>
                    <a:pt x="2814483" y="1911258"/>
                  </a:lnTo>
                  <a:lnTo>
                    <a:pt x="2798896" y="1954775"/>
                  </a:lnTo>
                  <a:lnTo>
                    <a:pt x="2781971" y="1997637"/>
                  </a:lnTo>
                  <a:lnTo>
                    <a:pt x="2763732" y="2039817"/>
                  </a:lnTo>
                  <a:lnTo>
                    <a:pt x="2744204" y="2081290"/>
                  </a:lnTo>
                  <a:lnTo>
                    <a:pt x="2723413" y="2122032"/>
                  </a:lnTo>
                  <a:lnTo>
                    <a:pt x="2701385" y="2162016"/>
                  </a:lnTo>
                  <a:lnTo>
                    <a:pt x="2678143" y="2201218"/>
                  </a:lnTo>
                  <a:lnTo>
                    <a:pt x="2653715" y="2239612"/>
                  </a:lnTo>
                  <a:lnTo>
                    <a:pt x="2628124" y="2277173"/>
                  </a:lnTo>
                  <a:lnTo>
                    <a:pt x="2601397" y="2313876"/>
                  </a:lnTo>
                  <a:lnTo>
                    <a:pt x="2573559" y="2349695"/>
                  </a:lnTo>
                  <a:lnTo>
                    <a:pt x="2544634" y="2384605"/>
                  </a:lnTo>
                  <a:lnTo>
                    <a:pt x="2514649" y="2418580"/>
                  </a:lnTo>
                  <a:lnTo>
                    <a:pt x="2483628" y="2451596"/>
                  </a:lnTo>
                  <a:lnTo>
                    <a:pt x="2451596" y="2483628"/>
                  </a:lnTo>
                  <a:lnTo>
                    <a:pt x="2418580" y="2514648"/>
                  </a:lnTo>
                  <a:lnTo>
                    <a:pt x="2384605" y="2544634"/>
                  </a:lnTo>
                  <a:lnTo>
                    <a:pt x="2349695" y="2573559"/>
                  </a:lnTo>
                  <a:lnTo>
                    <a:pt x="2313876" y="2601397"/>
                  </a:lnTo>
                  <a:lnTo>
                    <a:pt x="2277174" y="2628124"/>
                  </a:lnTo>
                  <a:lnTo>
                    <a:pt x="2239613" y="2653715"/>
                  </a:lnTo>
                  <a:lnTo>
                    <a:pt x="2201218" y="2678143"/>
                  </a:lnTo>
                  <a:lnTo>
                    <a:pt x="2162017" y="2701385"/>
                  </a:lnTo>
                  <a:lnTo>
                    <a:pt x="2122032" y="2723413"/>
                  </a:lnTo>
                  <a:lnTo>
                    <a:pt x="2081291" y="2744204"/>
                  </a:lnTo>
                  <a:lnTo>
                    <a:pt x="2039817" y="2763732"/>
                  </a:lnTo>
                  <a:lnTo>
                    <a:pt x="1997637" y="2781971"/>
                  </a:lnTo>
                  <a:lnTo>
                    <a:pt x="1954775" y="2798897"/>
                  </a:lnTo>
                  <a:lnTo>
                    <a:pt x="1911258" y="2814483"/>
                  </a:lnTo>
                  <a:lnTo>
                    <a:pt x="1867110" y="2828705"/>
                  </a:lnTo>
                  <a:lnTo>
                    <a:pt x="1822356" y="2841537"/>
                  </a:lnTo>
                  <a:lnTo>
                    <a:pt x="1777022" y="2852955"/>
                  </a:lnTo>
                  <a:lnTo>
                    <a:pt x="1731134" y="2862932"/>
                  </a:lnTo>
                  <a:lnTo>
                    <a:pt x="1684715" y="2871444"/>
                  </a:lnTo>
                  <a:lnTo>
                    <a:pt x="1637793" y="2878464"/>
                  </a:lnTo>
                  <a:lnTo>
                    <a:pt x="1590392" y="2883969"/>
                  </a:lnTo>
                  <a:lnTo>
                    <a:pt x="1542537" y="2887932"/>
                  </a:lnTo>
                  <a:lnTo>
                    <a:pt x="1494253" y="2890329"/>
                  </a:lnTo>
                  <a:lnTo>
                    <a:pt x="1445567" y="2891133"/>
                  </a:lnTo>
                  <a:close/>
                </a:path>
              </a:pathLst>
            </a:custGeom>
            <a:solidFill>
              <a:srgbClr val="2340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664964" y="3318536"/>
              <a:ext cx="2611902" cy="261190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3664966" y="3318535"/>
              <a:ext cx="2609850" cy="2609850"/>
            </a:xfrm>
            <a:custGeom>
              <a:avLst/>
              <a:gdLst/>
              <a:ahLst/>
              <a:cxnLst/>
              <a:rect l="l" t="t" r="r" b="b"/>
              <a:pathLst>
                <a:path w="2609850" h="2609850">
                  <a:moveTo>
                    <a:pt x="1375866" y="2609729"/>
                  </a:moveTo>
                  <a:lnTo>
                    <a:pt x="1448193" y="2604245"/>
                  </a:lnTo>
                  <a:lnTo>
                    <a:pt x="1494681" y="2598365"/>
                  </a:lnTo>
                  <a:lnTo>
                    <a:pt x="1540647" y="2590871"/>
                  </a:lnTo>
                  <a:lnTo>
                    <a:pt x="1586060" y="2581791"/>
                  </a:lnTo>
                  <a:lnTo>
                    <a:pt x="1630892" y="2571156"/>
                  </a:lnTo>
                  <a:lnTo>
                    <a:pt x="1675078" y="2558868"/>
                  </a:lnTo>
                  <a:lnTo>
                    <a:pt x="1718653" y="2545210"/>
                  </a:lnTo>
                  <a:lnTo>
                    <a:pt x="1761608" y="2530212"/>
                  </a:lnTo>
                  <a:lnTo>
                    <a:pt x="1803814" y="2513650"/>
                  </a:lnTo>
                  <a:lnTo>
                    <a:pt x="1845295" y="2495679"/>
                  </a:lnTo>
                  <a:lnTo>
                    <a:pt x="1886017" y="2476330"/>
                  </a:lnTo>
                  <a:lnTo>
                    <a:pt x="1925951" y="2455632"/>
                  </a:lnTo>
                  <a:lnTo>
                    <a:pt x="1965068" y="2433614"/>
                  </a:lnTo>
                  <a:lnTo>
                    <a:pt x="2003337" y="2410307"/>
                  </a:lnTo>
                  <a:lnTo>
                    <a:pt x="2040729" y="2385738"/>
                  </a:lnTo>
                  <a:lnTo>
                    <a:pt x="2077215" y="2359939"/>
                  </a:lnTo>
                  <a:lnTo>
                    <a:pt x="2112765" y="2332939"/>
                  </a:lnTo>
                  <a:lnTo>
                    <a:pt x="2147350" y="2304766"/>
                  </a:lnTo>
                  <a:lnTo>
                    <a:pt x="2180940" y="2275451"/>
                  </a:lnTo>
                  <a:lnTo>
                    <a:pt x="2213506" y="2245023"/>
                  </a:lnTo>
                  <a:lnTo>
                    <a:pt x="2245017" y="2213511"/>
                  </a:lnTo>
                  <a:lnTo>
                    <a:pt x="2275445" y="2180946"/>
                  </a:lnTo>
                  <a:lnTo>
                    <a:pt x="2304761" y="2147356"/>
                  </a:lnTo>
                  <a:lnTo>
                    <a:pt x="2332933" y="2112772"/>
                  </a:lnTo>
                  <a:lnTo>
                    <a:pt x="2359934" y="2077222"/>
                  </a:lnTo>
                  <a:lnTo>
                    <a:pt x="2385734" y="2040736"/>
                  </a:lnTo>
                  <a:lnTo>
                    <a:pt x="2410302" y="2003344"/>
                  </a:lnTo>
                  <a:lnTo>
                    <a:pt x="2433610" y="1965075"/>
                  </a:lnTo>
                  <a:lnTo>
                    <a:pt x="2455628" y="1925958"/>
                  </a:lnTo>
                  <a:lnTo>
                    <a:pt x="2476326" y="1886024"/>
                  </a:lnTo>
                  <a:lnTo>
                    <a:pt x="2495676" y="1845302"/>
                  </a:lnTo>
                  <a:lnTo>
                    <a:pt x="2513646" y="1803821"/>
                  </a:lnTo>
                  <a:lnTo>
                    <a:pt x="2530209" y="1761610"/>
                  </a:lnTo>
                  <a:lnTo>
                    <a:pt x="2545334" y="1718700"/>
                  </a:lnTo>
                  <a:lnTo>
                    <a:pt x="2558865" y="1675080"/>
                  </a:lnTo>
                  <a:lnTo>
                    <a:pt x="2571154" y="1630894"/>
                  </a:lnTo>
                  <a:lnTo>
                    <a:pt x="2571016" y="1630908"/>
                  </a:lnTo>
                  <a:lnTo>
                    <a:pt x="2581789" y="1586068"/>
                  </a:lnTo>
                  <a:lnTo>
                    <a:pt x="2590869" y="1540654"/>
                  </a:lnTo>
                  <a:lnTo>
                    <a:pt x="2598364" y="1494688"/>
                  </a:lnTo>
                  <a:lnTo>
                    <a:pt x="2604244" y="1448200"/>
                  </a:lnTo>
                  <a:lnTo>
                    <a:pt x="2608480" y="1401218"/>
                  </a:lnTo>
                  <a:lnTo>
                    <a:pt x="2609784" y="1375865"/>
                  </a:lnTo>
                </a:path>
                <a:path w="2609850" h="2609850">
                  <a:moveTo>
                    <a:pt x="2609734" y="1236042"/>
                  </a:moveTo>
                  <a:lnTo>
                    <a:pt x="2604232" y="1163591"/>
                  </a:lnTo>
                  <a:lnTo>
                    <a:pt x="2598348" y="1117104"/>
                  </a:lnTo>
                  <a:lnTo>
                    <a:pt x="2590849" y="1071140"/>
                  </a:lnTo>
                  <a:lnTo>
                    <a:pt x="2581766" y="1025728"/>
                  </a:lnTo>
                  <a:lnTo>
                    <a:pt x="2571127" y="980897"/>
                  </a:lnTo>
                  <a:lnTo>
                    <a:pt x="2558962" y="936678"/>
                  </a:lnTo>
                  <a:lnTo>
                    <a:pt x="2545301" y="893101"/>
                  </a:lnTo>
                  <a:lnTo>
                    <a:pt x="2530173" y="850193"/>
                  </a:lnTo>
                  <a:lnTo>
                    <a:pt x="2513607" y="807985"/>
                  </a:lnTo>
                  <a:lnTo>
                    <a:pt x="2495634" y="766507"/>
                  </a:lnTo>
                  <a:lnTo>
                    <a:pt x="2476282" y="725788"/>
                  </a:lnTo>
                  <a:lnTo>
                    <a:pt x="2455581" y="685857"/>
                  </a:lnTo>
                  <a:lnTo>
                    <a:pt x="2433561" y="646744"/>
                  </a:lnTo>
                  <a:lnTo>
                    <a:pt x="2410252" y="608478"/>
                  </a:lnTo>
                  <a:lnTo>
                    <a:pt x="2385682" y="571090"/>
                  </a:lnTo>
                  <a:lnTo>
                    <a:pt x="2359881" y="534607"/>
                  </a:lnTo>
                  <a:lnTo>
                    <a:pt x="2332879" y="499061"/>
                  </a:lnTo>
                  <a:lnTo>
                    <a:pt x="2304706" y="464480"/>
                  </a:lnTo>
                  <a:lnTo>
                    <a:pt x="2275390" y="430894"/>
                  </a:lnTo>
                  <a:lnTo>
                    <a:pt x="2244962" y="398333"/>
                  </a:lnTo>
                  <a:lnTo>
                    <a:pt x="2213450" y="366825"/>
                  </a:lnTo>
                  <a:lnTo>
                    <a:pt x="2180885" y="336401"/>
                  </a:lnTo>
                  <a:lnTo>
                    <a:pt x="2147295" y="307090"/>
                  </a:lnTo>
                  <a:lnTo>
                    <a:pt x="2112711" y="278921"/>
                  </a:lnTo>
                  <a:lnTo>
                    <a:pt x="2077162" y="251924"/>
                  </a:lnTo>
                  <a:lnTo>
                    <a:pt x="2040678" y="226128"/>
                  </a:lnTo>
                  <a:lnTo>
                    <a:pt x="2003287" y="201563"/>
                  </a:lnTo>
                  <a:lnTo>
                    <a:pt x="1965020" y="178259"/>
                  </a:lnTo>
                  <a:lnTo>
                    <a:pt x="1925905" y="156245"/>
                  </a:lnTo>
                  <a:lnTo>
                    <a:pt x="1885974" y="135550"/>
                  </a:lnTo>
                  <a:lnTo>
                    <a:pt x="1845254" y="116204"/>
                  </a:lnTo>
                  <a:lnTo>
                    <a:pt x="1803775" y="98236"/>
                  </a:lnTo>
                  <a:lnTo>
                    <a:pt x="1761568" y="81676"/>
                  </a:lnTo>
                  <a:lnTo>
                    <a:pt x="1718661" y="66554"/>
                  </a:lnTo>
                  <a:lnTo>
                    <a:pt x="1675084" y="52898"/>
                  </a:lnTo>
                  <a:lnTo>
                    <a:pt x="1630867" y="40739"/>
                  </a:lnTo>
                  <a:lnTo>
                    <a:pt x="1586038" y="30106"/>
                  </a:lnTo>
                  <a:lnTo>
                    <a:pt x="1540629" y="21028"/>
                  </a:lnTo>
                  <a:lnTo>
                    <a:pt x="1494667" y="13534"/>
                  </a:lnTo>
                  <a:lnTo>
                    <a:pt x="1448183" y="7655"/>
                  </a:lnTo>
                  <a:lnTo>
                    <a:pt x="1401206" y="3420"/>
                  </a:lnTo>
                  <a:lnTo>
                    <a:pt x="1353765" y="859"/>
                  </a:lnTo>
                  <a:lnTo>
                    <a:pt x="1305890" y="0"/>
                  </a:lnTo>
                  <a:lnTo>
                    <a:pt x="1258016" y="863"/>
                  </a:lnTo>
                  <a:lnTo>
                    <a:pt x="1210576" y="3429"/>
                  </a:lnTo>
                  <a:lnTo>
                    <a:pt x="1163600" y="7669"/>
                  </a:lnTo>
                  <a:lnTo>
                    <a:pt x="1117116" y="13552"/>
                  </a:lnTo>
                  <a:lnTo>
                    <a:pt x="1071156" y="21049"/>
                  </a:lnTo>
                  <a:lnTo>
                    <a:pt x="1025748" y="30131"/>
                  </a:lnTo>
                  <a:lnTo>
                    <a:pt x="980922" y="40768"/>
                  </a:lnTo>
                  <a:lnTo>
                    <a:pt x="936706" y="52931"/>
                  </a:lnTo>
                  <a:lnTo>
                    <a:pt x="893132" y="66590"/>
                  </a:lnTo>
                  <a:lnTo>
                    <a:pt x="850228" y="81716"/>
                  </a:lnTo>
                  <a:lnTo>
                    <a:pt x="808023" y="98279"/>
                  </a:lnTo>
                  <a:lnTo>
                    <a:pt x="766548" y="116249"/>
                  </a:lnTo>
                  <a:lnTo>
                    <a:pt x="725831" y="135598"/>
                  </a:lnTo>
                  <a:lnTo>
                    <a:pt x="685903" y="156295"/>
                  </a:lnTo>
                  <a:lnTo>
                    <a:pt x="646792" y="178312"/>
                  </a:lnTo>
                  <a:lnTo>
                    <a:pt x="608529" y="201618"/>
                  </a:lnTo>
                  <a:lnTo>
                    <a:pt x="571142" y="226184"/>
                  </a:lnTo>
                  <a:lnTo>
                    <a:pt x="534661" y="251981"/>
                  </a:lnTo>
                  <a:lnTo>
                    <a:pt x="499116" y="278979"/>
                  </a:lnTo>
                  <a:lnTo>
                    <a:pt x="464536" y="307149"/>
                  </a:lnTo>
                  <a:lnTo>
                    <a:pt x="430951" y="336461"/>
                  </a:lnTo>
                  <a:lnTo>
                    <a:pt x="398390" y="366885"/>
                  </a:lnTo>
                  <a:lnTo>
                    <a:pt x="366882" y="398393"/>
                  </a:lnTo>
                  <a:lnTo>
                    <a:pt x="336458" y="430954"/>
                  </a:lnTo>
                  <a:lnTo>
                    <a:pt x="307146" y="464539"/>
                  </a:lnTo>
                  <a:lnTo>
                    <a:pt x="278977" y="499119"/>
                  </a:lnTo>
                  <a:lnTo>
                    <a:pt x="251979" y="534664"/>
                  </a:lnTo>
                  <a:lnTo>
                    <a:pt x="226182" y="571145"/>
                  </a:lnTo>
                  <a:lnTo>
                    <a:pt x="201616" y="608532"/>
                  </a:lnTo>
                  <a:lnTo>
                    <a:pt x="178310" y="646796"/>
                  </a:lnTo>
                  <a:lnTo>
                    <a:pt x="156293" y="685906"/>
                  </a:lnTo>
                  <a:lnTo>
                    <a:pt x="135596" y="725835"/>
                  </a:lnTo>
                  <a:lnTo>
                    <a:pt x="116248" y="766551"/>
                  </a:lnTo>
                  <a:lnTo>
                    <a:pt x="98277" y="808027"/>
                  </a:lnTo>
                  <a:lnTo>
                    <a:pt x="81715" y="850231"/>
                  </a:lnTo>
                  <a:lnTo>
                    <a:pt x="66589" y="893135"/>
                  </a:lnTo>
                  <a:lnTo>
                    <a:pt x="52930" y="936710"/>
                  </a:lnTo>
                  <a:lnTo>
                    <a:pt x="40767" y="980925"/>
                  </a:lnTo>
                  <a:lnTo>
                    <a:pt x="30130" y="1025751"/>
                  </a:lnTo>
                  <a:lnTo>
                    <a:pt x="21048" y="1071159"/>
                  </a:lnTo>
                  <a:lnTo>
                    <a:pt x="13551" y="1117119"/>
                  </a:lnTo>
                  <a:lnTo>
                    <a:pt x="7668" y="1163602"/>
                  </a:lnTo>
                  <a:lnTo>
                    <a:pt x="3429" y="1210579"/>
                  </a:lnTo>
                  <a:lnTo>
                    <a:pt x="863" y="1258019"/>
                  </a:lnTo>
                  <a:lnTo>
                    <a:pt x="0" y="1305893"/>
                  </a:lnTo>
                  <a:lnTo>
                    <a:pt x="859" y="1353767"/>
                  </a:lnTo>
                  <a:lnTo>
                    <a:pt x="3421" y="1401208"/>
                  </a:lnTo>
                  <a:lnTo>
                    <a:pt x="7656" y="1448185"/>
                  </a:lnTo>
                  <a:lnTo>
                    <a:pt x="13535" y="1494669"/>
                  </a:lnTo>
                  <a:lnTo>
                    <a:pt x="21028" y="1540630"/>
                  </a:lnTo>
                  <a:lnTo>
                    <a:pt x="30106" y="1586040"/>
                  </a:lnTo>
                  <a:lnTo>
                    <a:pt x="40739" y="1630868"/>
                  </a:lnTo>
                  <a:lnTo>
                    <a:pt x="52899" y="1675085"/>
                  </a:lnTo>
                  <a:lnTo>
                    <a:pt x="66554" y="1718662"/>
                  </a:lnTo>
                  <a:lnTo>
                    <a:pt x="81677" y="1761568"/>
                  </a:lnTo>
                  <a:lnTo>
                    <a:pt x="98236" y="1803776"/>
                  </a:lnTo>
                  <a:lnTo>
                    <a:pt x="116204" y="1845254"/>
                  </a:lnTo>
                  <a:lnTo>
                    <a:pt x="135550" y="1885974"/>
                  </a:lnTo>
                  <a:lnTo>
                    <a:pt x="156245" y="1925905"/>
                  </a:lnTo>
                  <a:lnTo>
                    <a:pt x="178259" y="1965019"/>
                  </a:lnTo>
                  <a:lnTo>
                    <a:pt x="201563" y="2003287"/>
                  </a:lnTo>
                  <a:lnTo>
                    <a:pt x="226128" y="2040677"/>
                  </a:lnTo>
                  <a:lnTo>
                    <a:pt x="251923" y="2077162"/>
                  </a:lnTo>
                  <a:lnTo>
                    <a:pt x="278920" y="2112711"/>
                  </a:lnTo>
                  <a:lnTo>
                    <a:pt x="307089" y="2147294"/>
                  </a:lnTo>
                  <a:lnTo>
                    <a:pt x="336400" y="2180884"/>
                  </a:lnTo>
                  <a:lnTo>
                    <a:pt x="366824" y="2213449"/>
                  </a:lnTo>
                  <a:lnTo>
                    <a:pt x="398331" y="2244960"/>
                  </a:lnTo>
                  <a:lnTo>
                    <a:pt x="430892" y="2275389"/>
                  </a:lnTo>
                  <a:lnTo>
                    <a:pt x="464478" y="2304704"/>
                  </a:lnTo>
                  <a:lnTo>
                    <a:pt x="499059" y="2332878"/>
                  </a:lnTo>
                  <a:lnTo>
                    <a:pt x="534605" y="2359880"/>
                  </a:lnTo>
                  <a:lnTo>
                    <a:pt x="571087" y="2385680"/>
                  </a:lnTo>
                  <a:lnTo>
                    <a:pt x="608475" y="2410250"/>
                  </a:lnTo>
                  <a:lnTo>
                    <a:pt x="646741" y="2433560"/>
                  </a:lnTo>
                  <a:lnTo>
                    <a:pt x="685853" y="2455580"/>
                  </a:lnTo>
                  <a:lnTo>
                    <a:pt x="725784" y="2476280"/>
                  </a:lnTo>
                  <a:lnTo>
                    <a:pt x="766503" y="2495632"/>
                  </a:lnTo>
                  <a:lnTo>
                    <a:pt x="807981" y="2513605"/>
                  </a:lnTo>
                  <a:lnTo>
                    <a:pt x="850189" y="2530171"/>
                  </a:lnTo>
                  <a:lnTo>
                    <a:pt x="893096" y="2545299"/>
                  </a:lnTo>
                  <a:lnTo>
                    <a:pt x="936674" y="2558961"/>
                  </a:lnTo>
                  <a:lnTo>
                    <a:pt x="980892" y="2571126"/>
                  </a:lnTo>
                  <a:lnTo>
                    <a:pt x="1025722" y="2581765"/>
                  </a:lnTo>
                  <a:lnTo>
                    <a:pt x="1071134" y="2590849"/>
                  </a:lnTo>
                  <a:lnTo>
                    <a:pt x="1117098" y="2598347"/>
                  </a:lnTo>
                  <a:lnTo>
                    <a:pt x="1163585" y="2604232"/>
                  </a:lnTo>
                  <a:lnTo>
                    <a:pt x="1210566" y="2608472"/>
                  </a:lnTo>
                  <a:lnTo>
                    <a:pt x="1236031" y="2609789"/>
                  </a:lnTo>
                </a:path>
              </a:pathLst>
            </a:custGeom>
            <a:ln w="152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/>
          <p:nvPr/>
        </p:nvSpPr>
        <p:spPr>
          <a:xfrm>
            <a:off x="0" y="0"/>
            <a:ext cx="1391285" cy="1554480"/>
          </a:xfrm>
          <a:custGeom>
            <a:avLst/>
            <a:gdLst/>
            <a:ahLst/>
            <a:cxnLst/>
            <a:rect l="l" t="t" r="r" b="b"/>
            <a:pathLst>
              <a:path w="1391285" h="1554480">
                <a:moveTo>
                  <a:pt x="343606" y="1554381"/>
                </a:moveTo>
                <a:lnTo>
                  <a:pt x="0" y="1554381"/>
                </a:lnTo>
                <a:lnTo>
                  <a:pt x="0" y="0"/>
                </a:lnTo>
                <a:lnTo>
                  <a:pt x="1390848" y="0"/>
                </a:lnTo>
                <a:lnTo>
                  <a:pt x="558332" y="1430887"/>
                </a:lnTo>
                <a:lnTo>
                  <a:pt x="527410" y="1473090"/>
                </a:lnTo>
                <a:lnTo>
                  <a:pt x="489007" y="1507386"/>
                </a:lnTo>
                <a:lnTo>
                  <a:pt x="444592" y="1532931"/>
                </a:lnTo>
                <a:lnTo>
                  <a:pt x="395635" y="1548877"/>
                </a:lnTo>
                <a:lnTo>
                  <a:pt x="343606" y="1554381"/>
                </a:lnTo>
                <a:close/>
              </a:path>
            </a:pathLst>
          </a:custGeom>
          <a:solidFill>
            <a:srgbClr val="1C736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object 2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68233" y="8426991"/>
            <a:ext cx="1400174" cy="1352549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13683487" y="6271202"/>
            <a:ext cx="2295525" cy="97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" marR="5080" indent="-14604">
              <a:lnSpc>
                <a:spcPct val="125000"/>
              </a:lnSpc>
              <a:spcBef>
                <a:spcPts val="100"/>
              </a:spcBef>
            </a:pPr>
            <a:r>
              <a:rPr sz="2500" b="1" spc="-195" dirty="0">
                <a:solidFill>
                  <a:srgbClr val="23403C"/>
                </a:solidFill>
                <a:latin typeface="Verdana"/>
                <a:cs typeface="Verdana"/>
              </a:rPr>
              <a:t>Nicolás</a:t>
            </a:r>
            <a:r>
              <a:rPr sz="2500" b="1" spc="-16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500" b="1" spc="-220" dirty="0">
                <a:solidFill>
                  <a:srgbClr val="23403C"/>
                </a:solidFill>
                <a:latin typeface="Verdana"/>
                <a:cs typeface="Verdana"/>
              </a:rPr>
              <a:t>Steven </a:t>
            </a:r>
            <a:r>
              <a:rPr sz="2500" b="1" spc="-225" dirty="0">
                <a:solidFill>
                  <a:srgbClr val="23403C"/>
                </a:solidFill>
                <a:latin typeface="Verdana"/>
                <a:cs typeface="Verdana"/>
              </a:rPr>
              <a:t>Tocora</a:t>
            </a:r>
            <a:r>
              <a:rPr sz="2500" b="1" spc="-185" dirty="0">
                <a:solidFill>
                  <a:srgbClr val="23403C"/>
                </a:solidFill>
                <a:latin typeface="Verdana"/>
                <a:cs typeface="Verdana"/>
              </a:rPr>
              <a:t> Lozano</a:t>
            </a:r>
            <a:endParaRPr sz="2500">
              <a:latin typeface="Verdana"/>
              <a:cs typeface="Verdan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9894" rIns="0" bIns="0" rtlCol="0">
            <a:spAutoFit/>
          </a:bodyPr>
          <a:lstStyle/>
          <a:p>
            <a:pPr marL="5046980">
              <a:lnSpc>
                <a:spcPct val="100000"/>
              </a:lnSpc>
              <a:spcBef>
                <a:spcPts val="100"/>
              </a:spcBef>
            </a:pPr>
            <a:r>
              <a:rPr spc="-505" dirty="0"/>
              <a:t>INTEGRANTES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1870296" y="6206595"/>
            <a:ext cx="2607945" cy="97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17170">
              <a:lnSpc>
                <a:spcPct val="125000"/>
              </a:lnSpc>
              <a:spcBef>
                <a:spcPts val="100"/>
              </a:spcBef>
            </a:pPr>
            <a:r>
              <a:rPr sz="2500" b="1" spc="-204" dirty="0">
                <a:solidFill>
                  <a:srgbClr val="23403C"/>
                </a:solidFill>
                <a:latin typeface="Verdana"/>
                <a:cs typeface="Verdana"/>
              </a:rPr>
              <a:t>Edixon</a:t>
            </a:r>
            <a:r>
              <a:rPr sz="2500" b="1" spc="-17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500" b="1" spc="-20" dirty="0">
                <a:solidFill>
                  <a:srgbClr val="23403C"/>
                </a:solidFill>
                <a:latin typeface="Verdana"/>
                <a:cs typeface="Verdana"/>
              </a:rPr>
              <a:t>Camilo </a:t>
            </a:r>
            <a:r>
              <a:rPr sz="2500" b="1" spc="-220" dirty="0">
                <a:solidFill>
                  <a:srgbClr val="23403C"/>
                </a:solidFill>
                <a:latin typeface="Verdana"/>
                <a:cs typeface="Verdana"/>
              </a:rPr>
              <a:t>Huerfano</a:t>
            </a:r>
            <a:r>
              <a:rPr sz="2500" b="1" spc="-15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500" b="1" spc="-180" dirty="0">
                <a:solidFill>
                  <a:srgbClr val="23403C"/>
                </a:solidFill>
                <a:latin typeface="Verdana"/>
                <a:cs typeface="Verdana"/>
              </a:rPr>
              <a:t>Acosta</a:t>
            </a:r>
            <a:endParaRPr sz="25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603483" y="6206595"/>
            <a:ext cx="2901950" cy="97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8030" marR="5080" indent="-735965">
              <a:lnSpc>
                <a:spcPct val="125000"/>
              </a:lnSpc>
              <a:spcBef>
                <a:spcPts val="100"/>
              </a:spcBef>
            </a:pPr>
            <a:r>
              <a:rPr sz="2500" b="1" spc="-200" dirty="0">
                <a:solidFill>
                  <a:srgbClr val="23403C"/>
                </a:solidFill>
                <a:latin typeface="Verdana"/>
                <a:cs typeface="Verdana"/>
              </a:rPr>
              <a:t>Julian</a:t>
            </a:r>
            <a:r>
              <a:rPr sz="2500" b="1" spc="-21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500" b="1" spc="-220" dirty="0">
                <a:solidFill>
                  <a:srgbClr val="23403C"/>
                </a:solidFill>
                <a:latin typeface="Verdana"/>
                <a:cs typeface="Verdana"/>
              </a:rPr>
              <a:t>David</a:t>
            </a:r>
            <a:r>
              <a:rPr sz="2500" b="1" spc="-204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500" b="1" spc="-215" dirty="0">
                <a:solidFill>
                  <a:srgbClr val="23403C"/>
                </a:solidFill>
                <a:latin typeface="Verdana"/>
                <a:cs typeface="Verdana"/>
              </a:rPr>
              <a:t>Reyes </a:t>
            </a:r>
            <a:r>
              <a:rPr sz="2500" b="1" spc="-85" dirty="0">
                <a:solidFill>
                  <a:srgbClr val="23403C"/>
                </a:solidFill>
                <a:latin typeface="Verdana"/>
                <a:cs typeface="Verdana"/>
              </a:rPr>
              <a:t>Restrepo</a:t>
            </a:r>
            <a:endParaRPr sz="2500">
              <a:latin typeface="Verdana"/>
              <a:cs typeface="Verdana"/>
            </a:endParaRPr>
          </a:p>
        </p:txBody>
      </p:sp>
      <p:pic>
        <p:nvPicPr>
          <p:cNvPr id="34" name="Imagen 33" descr="Persona mirando de frente&#10;&#10;El contenido generado por IA puede ser incorrecto.">
            <a:extLst>
              <a:ext uri="{FF2B5EF4-FFF2-40B4-BE49-F238E27FC236}">
                <a16:creationId xmlns:a16="http://schemas.microsoft.com/office/drawing/2014/main" id="{3501E968-F5C1-6BC2-3462-AEA7B2EDB17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4051"/>
          <a:stretch>
            <a:fillRect/>
          </a:stretch>
        </p:blipFill>
        <p:spPr>
          <a:xfrm>
            <a:off x="9761648" y="3293938"/>
            <a:ext cx="2624819" cy="2634448"/>
          </a:xfrm>
          <a:prstGeom prst="ellipse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76271" y="5137272"/>
            <a:ext cx="5809615" cy="0"/>
          </a:xfrm>
          <a:custGeom>
            <a:avLst/>
            <a:gdLst/>
            <a:ahLst/>
            <a:cxnLst/>
            <a:rect l="l" t="t" r="r" b="b"/>
            <a:pathLst>
              <a:path w="5809615">
                <a:moveTo>
                  <a:pt x="0" y="0"/>
                </a:moveTo>
                <a:lnTo>
                  <a:pt x="5809568" y="0"/>
                </a:lnTo>
              </a:path>
            </a:pathLst>
          </a:custGeom>
          <a:ln w="19049">
            <a:solidFill>
              <a:srgbClr val="23403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73261" y="5137272"/>
            <a:ext cx="5809615" cy="0"/>
          </a:xfrm>
          <a:custGeom>
            <a:avLst/>
            <a:gdLst/>
            <a:ahLst/>
            <a:cxnLst/>
            <a:rect l="l" t="t" r="r" b="b"/>
            <a:pathLst>
              <a:path w="5809615">
                <a:moveTo>
                  <a:pt x="0" y="0"/>
                </a:moveTo>
                <a:lnTo>
                  <a:pt x="5809568" y="0"/>
                </a:lnTo>
              </a:path>
            </a:pathLst>
          </a:custGeom>
          <a:ln w="19049">
            <a:solidFill>
              <a:srgbClr val="23403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076271" y="6165972"/>
            <a:ext cx="5809615" cy="0"/>
          </a:xfrm>
          <a:custGeom>
            <a:avLst/>
            <a:gdLst/>
            <a:ahLst/>
            <a:cxnLst/>
            <a:rect l="l" t="t" r="r" b="b"/>
            <a:pathLst>
              <a:path w="5809615">
                <a:moveTo>
                  <a:pt x="0" y="0"/>
                </a:moveTo>
                <a:lnTo>
                  <a:pt x="5809568" y="0"/>
                </a:lnTo>
              </a:path>
            </a:pathLst>
          </a:custGeom>
          <a:ln w="19049">
            <a:solidFill>
              <a:srgbClr val="23403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73261" y="6165972"/>
            <a:ext cx="5809615" cy="0"/>
          </a:xfrm>
          <a:custGeom>
            <a:avLst/>
            <a:gdLst/>
            <a:ahLst/>
            <a:cxnLst/>
            <a:rect l="l" t="t" r="r" b="b"/>
            <a:pathLst>
              <a:path w="5809615">
                <a:moveTo>
                  <a:pt x="0" y="0"/>
                </a:moveTo>
                <a:lnTo>
                  <a:pt x="5809568" y="0"/>
                </a:lnTo>
              </a:path>
            </a:pathLst>
          </a:custGeom>
          <a:ln w="19049">
            <a:solidFill>
              <a:srgbClr val="23403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44498" y="4507993"/>
            <a:ext cx="382905" cy="421005"/>
          </a:xfrm>
          <a:custGeom>
            <a:avLst/>
            <a:gdLst/>
            <a:ahLst/>
            <a:cxnLst/>
            <a:rect l="l" t="t" r="r" b="b"/>
            <a:pathLst>
              <a:path w="382905" h="421004">
                <a:moveTo>
                  <a:pt x="0" y="365422"/>
                </a:moveTo>
                <a:lnTo>
                  <a:pt x="0" y="55275"/>
                </a:lnTo>
                <a:lnTo>
                  <a:pt x="1905" y="40883"/>
                </a:lnTo>
                <a:lnTo>
                  <a:pt x="27531" y="7466"/>
                </a:lnTo>
                <a:lnTo>
                  <a:pt x="55091" y="0"/>
                </a:lnTo>
                <a:lnTo>
                  <a:pt x="70005" y="1890"/>
                </a:lnTo>
                <a:lnTo>
                  <a:pt x="69490" y="1890"/>
                </a:lnTo>
                <a:lnTo>
                  <a:pt x="82700" y="7282"/>
                </a:lnTo>
                <a:lnTo>
                  <a:pt x="355365" y="163091"/>
                </a:lnTo>
                <a:lnTo>
                  <a:pt x="380889" y="196087"/>
                </a:lnTo>
                <a:lnTo>
                  <a:pt x="382790" y="210348"/>
                </a:lnTo>
                <a:lnTo>
                  <a:pt x="380889" y="224610"/>
                </a:lnTo>
                <a:lnTo>
                  <a:pt x="355365" y="257606"/>
                </a:lnTo>
                <a:lnTo>
                  <a:pt x="82700" y="413414"/>
                </a:lnTo>
                <a:lnTo>
                  <a:pt x="55091" y="420697"/>
                </a:lnTo>
                <a:lnTo>
                  <a:pt x="41643" y="418901"/>
                </a:lnTo>
                <a:lnTo>
                  <a:pt x="41162" y="418901"/>
                </a:lnTo>
                <a:lnTo>
                  <a:pt x="27531" y="413230"/>
                </a:lnTo>
                <a:lnTo>
                  <a:pt x="16039" y="404359"/>
                </a:lnTo>
                <a:lnTo>
                  <a:pt x="7374" y="393006"/>
                </a:lnTo>
                <a:lnTo>
                  <a:pt x="1905" y="379814"/>
                </a:lnTo>
                <a:lnTo>
                  <a:pt x="0" y="365422"/>
                </a:lnTo>
                <a:close/>
              </a:path>
            </a:pathLst>
          </a:custGeom>
          <a:solidFill>
            <a:srgbClr val="1C7362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441488" y="4507993"/>
            <a:ext cx="382905" cy="421005"/>
          </a:xfrm>
          <a:custGeom>
            <a:avLst/>
            <a:gdLst/>
            <a:ahLst/>
            <a:cxnLst/>
            <a:rect l="l" t="t" r="r" b="b"/>
            <a:pathLst>
              <a:path w="382904" h="421004">
                <a:moveTo>
                  <a:pt x="0" y="365422"/>
                </a:moveTo>
                <a:lnTo>
                  <a:pt x="0" y="55275"/>
                </a:lnTo>
                <a:lnTo>
                  <a:pt x="1905" y="40883"/>
                </a:lnTo>
                <a:lnTo>
                  <a:pt x="27531" y="7466"/>
                </a:lnTo>
                <a:lnTo>
                  <a:pt x="55091" y="0"/>
                </a:lnTo>
                <a:lnTo>
                  <a:pt x="70005" y="1890"/>
                </a:lnTo>
                <a:lnTo>
                  <a:pt x="69490" y="1890"/>
                </a:lnTo>
                <a:lnTo>
                  <a:pt x="82700" y="7282"/>
                </a:lnTo>
                <a:lnTo>
                  <a:pt x="355365" y="163091"/>
                </a:lnTo>
                <a:lnTo>
                  <a:pt x="380889" y="196087"/>
                </a:lnTo>
                <a:lnTo>
                  <a:pt x="382790" y="210348"/>
                </a:lnTo>
                <a:lnTo>
                  <a:pt x="380889" y="224610"/>
                </a:lnTo>
                <a:lnTo>
                  <a:pt x="355365" y="257606"/>
                </a:lnTo>
                <a:lnTo>
                  <a:pt x="82700" y="413414"/>
                </a:lnTo>
                <a:lnTo>
                  <a:pt x="55091" y="420697"/>
                </a:lnTo>
                <a:lnTo>
                  <a:pt x="41643" y="418901"/>
                </a:lnTo>
                <a:lnTo>
                  <a:pt x="41162" y="418901"/>
                </a:lnTo>
                <a:lnTo>
                  <a:pt x="27531" y="413230"/>
                </a:lnTo>
                <a:lnTo>
                  <a:pt x="16039" y="404359"/>
                </a:lnTo>
                <a:lnTo>
                  <a:pt x="7374" y="393006"/>
                </a:lnTo>
                <a:lnTo>
                  <a:pt x="1905" y="379814"/>
                </a:lnTo>
                <a:lnTo>
                  <a:pt x="0" y="365422"/>
                </a:lnTo>
                <a:close/>
              </a:path>
            </a:pathLst>
          </a:custGeom>
          <a:solidFill>
            <a:srgbClr val="1C7362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44498" y="5536693"/>
            <a:ext cx="382905" cy="421005"/>
          </a:xfrm>
          <a:custGeom>
            <a:avLst/>
            <a:gdLst/>
            <a:ahLst/>
            <a:cxnLst/>
            <a:rect l="l" t="t" r="r" b="b"/>
            <a:pathLst>
              <a:path w="382905" h="421004">
                <a:moveTo>
                  <a:pt x="0" y="365422"/>
                </a:moveTo>
                <a:lnTo>
                  <a:pt x="0" y="55275"/>
                </a:lnTo>
                <a:lnTo>
                  <a:pt x="1905" y="40883"/>
                </a:lnTo>
                <a:lnTo>
                  <a:pt x="27531" y="7466"/>
                </a:lnTo>
                <a:lnTo>
                  <a:pt x="55091" y="0"/>
                </a:lnTo>
                <a:lnTo>
                  <a:pt x="70005" y="1890"/>
                </a:lnTo>
                <a:lnTo>
                  <a:pt x="69490" y="1890"/>
                </a:lnTo>
                <a:lnTo>
                  <a:pt x="82700" y="7282"/>
                </a:lnTo>
                <a:lnTo>
                  <a:pt x="355365" y="163091"/>
                </a:lnTo>
                <a:lnTo>
                  <a:pt x="380889" y="196087"/>
                </a:lnTo>
                <a:lnTo>
                  <a:pt x="382790" y="210348"/>
                </a:lnTo>
                <a:lnTo>
                  <a:pt x="380889" y="224610"/>
                </a:lnTo>
                <a:lnTo>
                  <a:pt x="355365" y="257606"/>
                </a:lnTo>
                <a:lnTo>
                  <a:pt x="82700" y="413414"/>
                </a:lnTo>
                <a:lnTo>
                  <a:pt x="55091" y="420697"/>
                </a:lnTo>
                <a:lnTo>
                  <a:pt x="41643" y="418901"/>
                </a:lnTo>
                <a:lnTo>
                  <a:pt x="41162" y="418901"/>
                </a:lnTo>
                <a:lnTo>
                  <a:pt x="27531" y="413230"/>
                </a:lnTo>
                <a:lnTo>
                  <a:pt x="16039" y="404359"/>
                </a:lnTo>
                <a:lnTo>
                  <a:pt x="7374" y="393006"/>
                </a:lnTo>
                <a:lnTo>
                  <a:pt x="1905" y="379814"/>
                </a:lnTo>
                <a:lnTo>
                  <a:pt x="0" y="365422"/>
                </a:lnTo>
                <a:close/>
              </a:path>
            </a:pathLst>
          </a:custGeom>
          <a:solidFill>
            <a:srgbClr val="1C7362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441488" y="5536693"/>
            <a:ext cx="382905" cy="421005"/>
          </a:xfrm>
          <a:custGeom>
            <a:avLst/>
            <a:gdLst/>
            <a:ahLst/>
            <a:cxnLst/>
            <a:rect l="l" t="t" r="r" b="b"/>
            <a:pathLst>
              <a:path w="382904" h="421004">
                <a:moveTo>
                  <a:pt x="0" y="365422"/>
                </a:moveTo>
                <a:lnTo>
                  <a:pt x="0" y="55275"/>
                </a:lnTo>
                <a:lnTo>
                  <a:pt x="1905" y="40883"/>
                </a:lnTo>
                <a:lnTo>
                  <a:pt x="27531" y="7466"/>
                </a:lnTo>
                <a:lnTo>
                  <a:pt x="55091" y="0"/>
                </a:lnTo>
                <a:lnTo>
                  <a:pt x="70005" y="1890"/>
                </a:lnTo>
                <a:lnTo>
                  <a:pt x="69490" y="1890"/>
                </a:lnTo>
                <a:lnTo>
                  <a:pt x="82700" y="7282"/>
                </a:lnTo>
                <a:lnTo>
                  <a:pt x="355365" y="163091"/>
                </a:lnTo>
                <a:lnTo>
                  <a:pt x="380889" y="196087"/>
                </a:lnTo>
                <a:lnTo>
                  <a:pt x="382790" y="210348"/>
                </a:lnTo>
                <a:lnTo>
                  <a:pt x="380889" y="224610"/>
                </a:lnTo>
                <a:lnTo>
                  <a:pt x="355365" y="257606"/>
                </a:lnTo>
                <a:lnTo>
                  <a:pt x="82700" y="413414"/>
                </a:lnTo>
                <a:lnTo>
                  <a:pt x="55091" y="420697"/>
                </a:lnTo>
                <a:lnTo>
                  <a:pt x="41643" y="418901"/>
                </a:lnTo>
                <a:lnTo>
                  <a:pt x="41162" y="418901"/>
                </a:lnTo>
                <a:lnTo>
                  <a:pt x="27531" y="413230"/>
                </a:lnTo>
                <a:lnTo>
                  <a:pt x="16039" y="404359"/>
                </a:lnTo>
                <a:lnTo>
                  <a:pt x="7374" y="393006"/>
                </a:lnTo>
                <a:lnTo>
                  <a:pt x="1905" y="379814"/>
                </a:lnTo>
                <a:lnTo>
                  <a:pt x="0" y="365422"/>
                </a:lnTo>
                <a:close/>
              </a:path>
            </a:pathLst>
          </a:custGeom>
          <a:solidFill>
            <a:srgbClr val="1C7362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76271" y="7194671"/>
            <a:ext cx="5809615" cy="0"/>
          </a:xfrm>
          <a:custGeom>
            <a:avLst/>
            <a:gdLst/>
            <a:ahLst/>
            <a:cxnLst/>
            <a:rect l="l" t="t" r="r" b="b"/>
            <a:pathLst>
              <a:path w="5809615">
                <a:moveTo>
                  <a:pt x="0" y="0"/>
                </a:moveTo>
                <a:lnTo>
                  <a:pt x="5809568" y="0"/>
                </a:lnTo>
              </a:path>
            </a:pathLst>
          </a:custGeom>
          <a:ln w="19049">
            <a:solidFill>
              <a:srgbClr val="23403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76271" y="8248650"/>
            <a:ext cx="5809615" cy="0"/>
          </a:xfrm>
          <a:custGeom>
            <a:avLst/>
            <a:gdLst/>
            <a:ahLst/>
            <a:cxnLst/>
            <a:rect l="l" t="t" r="r" b="b"/>
            <a:pathLst>
              <a:path w="5809615">
                <a:moveTo>
                  <a:pt x="0" y="0"/>
                </a:moveTo>
                <a:lnTo>
                  <a:pt x="5809568" y="0"/>
                </a:lnTo>
              </a:path>
            </a:pathLst>
          </a:custGeom>
          <a:ln w="19049">
            <a:solidFill>
              <a:srgbClr val="23403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273261" y="8239125"/>
            <a:ext cx="5809615" cy="0"/>
          </a:xfrm>
          <a:custGeom>
            <a:avLst/>
            <a:gdLst/>
            <a:ahLst/>
            <a:cxnLst/>
            <a:rect l="l" t="t" r="r" b="b"/>
            <a:pathLst>
              <a:path w="5809615">
                <a:moveTo>
                  <a:pt x="0" y="0"/>
                </a:moveTo>
                <a:lnTo>
                  <a:pt x="5809568" y="0"/>
                </a:lnTo>
              </a:path>
            </a:pathLst>
          </a:custGeom>
          <a:ln w="19049">
            <a:solidFill>
              <a:srgbClr val="23403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273261" y="7194671"/>
            <a:ext cx="5809615" cy="0"/>
          </a:xfrm>
          <a:custGeom>
            <a:avLst/>
            <a:gdLst/>
            <a:ahLst/>
            <a:cxnLst/>
            <a:rect l="l" t="t" r="r" b="b"/>
            <a:pathLst>
              <a:path w="5809615">
                <a:moveTo>
                  <a:pt x="0" y="0"/>
                </a:moveTo>
                <a:lnTo>
                  <a:pt x="5809568" y="0"/>
                </a:lnTo>
              </a:path>
            </a:pathLst>
          </a:custGeom>
          <a:ln w="19049">
            <a:solidFill>
              <a:srgbClr val="23403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44498" y="6565393"/>
            <a:ext cx="382905" cy="421005"/>
          </a:xfrm>
          <a:custGeom>
            <a:avLst/>
            <a:gdLst/>
            <a:ahLst/>
            <a:cxnLst/>
            <a:rect l="l" t="t" r="r" b="b"/>
            <a:pathLst>
              <a:path w="382905" h="421004">
                <a:moveTo>
                  <a:pt x="0" y="365422"/>
                </a:moveTo>
                <a:lnTo>
                  <a:pt x="0" y="55275"/>
                </a:lnTo>
                <a:lnTo>
                  <a:pt x="1905" y="40883"/>
                </a:lnTo>
                <a:lnTo>
                  <a:pt x="27531" y="7466"/>
                </a:lnTo>
                <a:lnTo>
                  <a:pt x="55091" y="0"/>
                </a:lnTo>
                <a:lnTo>
                  <a:pt x="70005" y="1890"/>
                </a:lnTo>
                <a:lnTo>
                  <a:pt x="69490" y="1890"/>
                </a:lnTo>
                <a:lnTo>
                  <a:pt x="82700" y="7282"/>
                </a:lnTo>
                <a:lnTo>
                  <a:pt x="355365" y="163091"/>
                </a:lnTo>
                <a:lnTo>
                  <a:pt x="380889" y="196087"/>
                </a:lnTo>
                <a:lnTo>
                  <a:pt x="382790" y="210348"/>
                </a:lnTo>
                <a:lnTo>
                  <a:pt x="380889" y="224610"/>
                </a:lnTo>
                <a:lnTo>
                  <a:pt x="355365" y="257606"/>
                </a:lnTo>
                <a:lnTo>
                  <a:pt x="82700" y="413414"/>
                </a:lnTo>
                <a:lnTo>
                  <a:pt x="55091" y="420697"/>
                </a:lnTo>
                <a:lnTo>
                  <a:pt x="41643" y="418901"/>
                </a:lnTo>
                <a:lnTo>
                  <a:pt x="41162" y="418901"/>
                </a:lnTo>
                <a:lnTo>
                  <a:pt x="27531" y="413230"/>
                </a:lnTo>
                <a:lnTo>
                  <a:pt x="16039" y="404359"/>
                </a:lnTo>
                <a:lnTo>
                  <a:pt x="7374" y="393006"/>
                </a:lnTo>
                <a:lnTo>
                  <a:pt x="1905" y="379814"/>
                </a:lnTo>
                <a:lnTo>
                  <a:pt x="0" y="365422"/>
                </a:lnTo>
                <a:close/>
              </a:path>
            </a:pathLst>
          </a:custGeom>
          <a:solidFill>
            <a:srgbClr val="1C7362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244498" y="7615683"/>
            <a:ext cx="382905" cy="421005"/>
          </a:xfrm>
          <a:custGeom>
            <a:avLst/>
            <a:gdLst/>
            <a:ahLst/>
            <a:cxnLst/>
            <a:rect l="l" t="t" r="r" b="b"/>
            <a:pathLst>
              <a:path w="382905" h="421004">
                <a:moveTo>
                  <a:pt x="0" y="365422"/>
                </a:moveTo>
                <a:lnTo>
                  <a:pt x="0" y="55275"/>
                </a:lnTo>
                <a:lnTo>
                  <a:pt x="1905" y="40883"/>
                </a:lnTo>
                <a:lnTo>
                  <a:pt x="27531" y="7466"/>
                </a:lnTo>
                <a:lnTo>
                  <a:pt x="55091" y="0"/>
                </a:lnTo>
                <a:lnTo>
                  <a:pt x="70005" y="1890"/>
                </a:lnTo>
                <a:lnTo>
                  <a:pt x="69490" y="1890"/>
                </a:lnTo>
                <a:lnTo>
                  <a:pt x="82700" y="7282"/>
                </a:lnTo>
                <a:lnTo>
                  <a:pt x="355365" y="163091"/>
                </a:lnTo>
                <a:lnTo>
                  <a:pt x="380889" y="196087"/>
                </a:lnTo>
                <a:lnTo>
                  <a:pt x="382790" y="210348"/>
                </a:lnTo>
                <a:lnTo>
                  <a:pt x="380889" y="224610"/>
                </a:lnTo>
                <a:lnTo>
                  <a:pt x="355365" y="257606"/>
                </a:lnTo>
                <a:lnTo>
                  <a:pt x="82700" y="413414"/>
                </a:lnTo>
                <a:lnTo>
                  <a:pt x="55091" y="420697"/>
                </a:lnTo>
                <a:lnTo>
                  <a:pt x="41643" y="418901"/>
                </a:lnTo>
                <a:lnTo>
                  <a:pt x="41162" y="418901"/>
                </a:lnTo>
                <a:lnTo>
                  <a:pt x="27531" y="413230"/>
                </a:lnTo>
                <a:lnTo>
                  <a:pt x="16039" y="404359"/>
                </a:lnTo>
                <a:lnTo>
                  <a:pt x="7374" y="393006"/>
                </a:lnTo>
                <a:lnTo>
                  <a:pt x="1905" y="379814"/>
                </a:lnTo>
                <a:lnTo>
                  <a:pt x="0" y="365422"/>
                </a:lnTo>
                <a:close/>
              </a:path>
            </a:pathLst>
          </a:custGeom>
          <a:solidFill>
            <a:srgbClr val="1C7362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441488" y="7615683"/>
            <a:ext cx="382905" cy="421005"/>
          </a:xfrm>
          <a:custGeom>
            <a:avLst/>
            <a:gdLst/>
            <a:ahLst/>
            <a:cxnLst/>
            <a:rect l="l" t="t" r="r" b="b"/>
            <a:pathLst>
              <a:path w="382904" h="421004">
                <a:moveTo>
                  <a:pt x="0" y="365422"/>
                </a:moveTo>
                <a:lnTo>
                  <a:pt x="0" y="55275"/>
                </a:lnTo>
                <a:lnTo>
                  <a:pt x="1905" y="40883"/>
                </a:lnTo>
                <a:lnTo>
                  <a:pt x="27531" y="7466"/>
                </a:lnTo>
                <a:lnTo>
                  <a:pt x="55091" y="0"/>
                </a:lnTo>
                <a:lnTo>
                  <a:pt x="70005" y="1890"/>
                </a:lnTo>
                <a:lnTo>
                  <a:pt x="69490" y="1890"/>
                </a:lnTo>
                <a:lnTo>
                  <a:pt x="82700" y="7282"/>
                </a:lnTo>
                <a:lnTo>
                  <a:pt x="355365" y="163091"/>
                </a:lnTo>
                <a:lnTo>
                  <a:pt x="380889" y="196087"/>
                </a:lnTo>
                <a:lnTo>
                  <a:pt x="382790" y="210348"/>
                </a:lnTo>
                <a:lnTo>
                  <a:pt x="380889" y="224610"/>
                </a:lnTo>
                <a:lnTo>
                  <a:pt x="355365" y="257606"/>
                </a:lnTo>
                <a:lnTo>
                  <a:pt x="82700" y="413414"/>
                </a:lnTo>
                <a:lnTo>
                  <a:pt x="55091" y="420697"/>
                </a:lnTo>
                <a:lnTo>
                  <a:pt x="41643" y="418901"/>
                </a:lnTo>
                <a:lnTo>
                  <a:pt x="41162" y="418901"/>
                </a:lnTo>
                <a:lnTo>
                  <a:pt x="27531" y="413230"/>
                </a:lnTo>
                <a:lnTo>
                  <a:pt x="16039" y="404359"/>
                </a:lnTo>
                <a:lnTo>
                  <a:pt x="7374" y="393006"/>
                </a:lnTo>
                <a:lnTo>
                  <a:pt x="1905" y="379814"/>
                </a:lnTo>
                <a:lnTo>
                  <a:pt x="0" y="365422"/>
                </a:lnTo>
                <a:close/>
              </a:path>
            </a:pathLst>
          </a:custGeom>
          <a:solidFill>
            <a:srgbClr val="1C7362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441488" y="6565393"/>
            <a:ext cx="382905" cy="421005"/>
          </a:xfrm>
          <a:custGeom>
            <a:avLst/>
            <a:gdLst/>
            <a:ahLst/>
            <a:cxnLst/>
            <a:rect l="l" t="t" r="r" b="b"/>
            <a:pathLst>
              <a:path w="382904" h="421004">
                <a:moveTo>
                  <a:pt x="0" y="365422"/>
                </a:moveTo>
                <a:lnTo>
                  <a:pt x="0" y="55275"/>
                </a:lnTo>
                <a:lnTo>
                  <a:pt x="1905" y="40883"/>
                </a:lnTo>
                <a:lnTo>
                  <a:pt x="27531" y="7466"/>
                </a:lnTo>
                <a:lnTo>
                  <a:pt x="55091" y="0"/>
                </a:lnTo>
                <a:lnTo>
                  <a:pt x="70005" y="1890"/>
                </a:lnTo>
                <a:lnTo>
                  <a:pt x="69490" y="1890"/>
                </a:lnTo>
                <a:lnTo>
                  <a:pt x="82700" y="7282"/>
                </a:lnTo>
                <a:lnTo>
                  <a:pt x="355365" y="163091"/>
                </a:lnTo>
                <a:lnTo>
                  <a:pt x="380889" y="196087"/>
                </a:lnTo>
                <a:lnTo>
                  <a:pt x="382790" y="210348"/>
                </a:lnTo>
                <a:lnTo>
                  <a:pt x="380889" y="224610"/>
                </a:lnTo>
                <a:lnTo>
                  <a:pt x="355365" y="257606"/>
                </a:lnTo>
                <a:lnTo>
                  <a:pt x="82700" y="413414"/>
                </a:lnTo>
                <a:lnTo>
                  <a:pt x="55091" y="420697"/>
                </a:lnTo>
                <a:lnTo>
                  <a:pt x="41643" y="418901"/>
                </a:lnTo>
                <a:lnTo>
                  <a:pt x="41162" y="418901"/>
                </a:lnTo>
                <a:lnTo>
                  <a:pt x="27531" y="413230"/>
                </a:lnTo>
                <a:lnTo>
                  <a:pt x="16039" y="404359"/>
                </a:lnTo>
                <a:lnTo>
                  <a:pt x="7374" y="393006"/>
                </a:lnTo>
                <a:lnTo>
                  <a:pt x="1905" y="379814"/>
                </a:lnTo>
                <a:lnTo>
                  <a:pt x="0" y="365422"/>
                </a:lnTo>
                <a:close/>
              </a:path>
            </a:pathLst>
          </a:custGeom>
          <a:solidFill>
            <a:srgbClr val="1C7362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975651"/>
            <a:ext cx="17236226" cy="311348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5338564" y="0"/>
            <a:ext cx="12949555" cy="3112135"/>
            <a:chOff x="5338564" y="0"/>
            <a:chExt cx="12949555" cy="3112135"/>
          </a:xfrm>
        </p:grpSpPr>
        <p:sp>
          <p:nvSpPr>
            <p:cNvPr id="20" name="object 20"/>
            <p:cNvSpPr/>
            <p:nvPr/>
          </p:nvSpPr>
          <p:spPr>
            <a:xfrm>
              <a:off x="5338564" y="0"/>
              <a:ext cx="3907790" cy="3110230"/>
            </a:xfrm>
            <a:custGeom>
              <a:avLst/>
              <a:gdLst/>
              <a:ahLst/>
              <a:cxnLst/>
              <a:rect l="l" t="t" r="r" b="b"/>
              <a:pathLst>
                <a:path w="3907790" h="3110230">
                  <a:moveTo>
                    <a:pt x="0" y="0"/>
                  </a:moveTo>
                  <a:lnTo>
                    <a:pt x="3907536" y="0"/>
                  </a:lnTo>
                  <a:lnTo>
                    <a:pt x="2100251" y="3027069"/>
                  </a:lnTo>
                  <a:lnTo>
                    <a:pt x="2072820" y="3061816"/>
                  </a:lnTo>
                  <a:lnTo>
                    <a:pt x="2037986" y="3087981"/>
                  </a:lnTo>
                  <a:lnTo>
                    <a:pt x="1997664" y="3104477"/>
                  </a:lnTo>
                  <a:lnTo>
                    <a:pt x="1953768" y="3110217"/>
                  </a:lnTo>
                  <a:lnTo>
                    <a:pt x="1909872" y="3104477"/>
                  </a:lnTo>
                  <a:lnTo>
                    <a:pt x="1869550" y="3087981"/>
                  </a:lnTo>
                  <a:lnTo>
                    <a:pt x="1834716" y="3061816"/>
                  </a:lnTo>
                  <a:lnTo>
                    <a:pt x="1807285" y="302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403C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542821" y="0"/>
              <a:ext cx="11745595" cy="3112135"/>
            </a:xfrm>
            <a:custGeom>
              <a:avLst/>
              <a:gdLst/>
              <a:ahLst/>
              <a:cxnLst/>
              <a:rect l="l" t="t" r="r" b="b"/>
              <a:pathLst>
                <a:path w="11745594" h="3112135">
                  <a:moveTo>
                    <a:pt x="11745178" y="3112135"/>
                  </a:moveTo>
                  <a:lnTo>
                    <a:pt x="2064175" y="3112135"/>
                  </a:lnTo>
                  <a:lnTo>
                    <a:pt x="2016367" y="3109814"/>
                  </a:lnTo>
                  <a:lnTo>
                    <a:pt x="1969509" y="3102961"/>
                  </a:lnTo>
                  <a:lnTo>
                    <a:pt x="1923881" y="3091737"/>
                  </a:lnTo>
                  <a:lnTo>
                    <a:pt x="1879763" y="3076304"/>
                  </a:lnTo>
                  <a:lnTo>
                    <a:pt x="1837433" y="3056824"/>
                  </a:lnTo>
                  <a:lnTo>
                    <a:pt x="1797171" y="3033460"/>
                  </a:lnTo>
                  <a:lnTo>
                    <a:pt x="1759256" y="3006372"/>
                  </a:lnTo>
                  <a:lnTo>
                    <a:pt x="1723968" y="2975724"/>
                  </a:lnTo>
                  <a:lnTo>
                    <a:pt x="1691584" y="2941678"/>
                  </a:lnTo>
                  <a:lnTo>
                    <a:pt x="1662385" y="2904394"/>
                  </a:lnTo>
                  <a:lnTo>
                    <a:pt x="1636650" y="2864036"/>
                  </a:lnTo>
                  <a:lnTo>
                    <a:pt x="0" y="0"/>
                  </a:lnTo>
                  <a:lnTo>
                    <a:pt x="11745178" y="0"/>
                  </a:lnTo>
                  <a:lnTo>
                    <a:pt x="11745178" y="3112135"/>
                  </a:lnTo>
                  <a:close/>
                </a:path>
              </a:pathLst>
            </a:custGeom>
            <a:solidFill>
              <a:srgbClr val="1C73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063571" y="4490238"/>
            <a:ext cx="116078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00" dirty="0">
                <a:solidFill>
                  <a:srgbClr val="23403C"/>
                </a:solidFill>
                <a:latin typeface="Verdana"/>
                <a:cs typeface="Verdana"/>
              </a:rPr>
              <a:t>Portada</a:t>
            </a:r>
            <a:endParaRPr sz="25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260561" y="4490238"/>
            <a:ext cx="246507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10" dirty="0">
                <a:solidFill>
                  <a:srgbClr val="23403C"/>
                </a:solidFill>
                <a:latin typeface="Verdana"/>
                <a:cs typeface="Verdana"/>
              </a:rPr>
              <a:t>Objetivo</a:t>
            </a:r>
            <a:r>
              <a:rPr sz="2500" spc="-35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500" spc="-105" dirty="0">
                <a:solidFill>
                  <a:srgbClr val="23403C"/>
                </a:solidFill>
                <a:latin typeface="Verdana"/>
                <a:cs typeface="Verdana"/>
              </a:rPr>
              <a:t>General</a:t>
            </a:r>
            <a:endParaRPr sz="25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63571" y="5518939"/>
            <a:ext cx="166052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60" dirty="0">
                <a:solidFill>
                  <a:srgbClr val="23403C"/>
                </a:solidFill>
                <a:latin typeface="Verdana"/>
                <a:cs typeface="Verdana"/>
              </a:rPr>
              <a:t>Integrantes</a:t>
            </a:r>
            <a:endParaRPr sz="25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260561" y="5518939"/>
            <a:ext cx="292544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10" dirty="0">
                <a:solidFill>
                  <a:srgbClr val="23403C"/>
                </a:solidFill>
                <a:latin typeface="Verdana"/>
                <a:cs typeface="Verdana"/>
              </a:rPr>
              <a:t>Objetivo</a:t>
            </a:r>
            <a:r>
              <a:rPr sz="2500" spc="-35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500" spc="-90" dirty="0">
                <a:solidFill>
                  <a:srgbClr val="23403C"/>
                </a:solidFill>
                <a:latin typeface="Verdana"/>
                <a:cs typeface="Verdana"/>
              </a:rPr>
              <a:t>Específicos</a:t>
            </a:r>
            <a:endParaRPr sz="25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98542" y="4471823"/>
            <a:ext cx="37147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455" dirty="0">
                <a:solidFill>
                  <a:srgbClr val="23403C"/>
                </a:solidFill>
                <a:latin typeface="Verdana"/>
                <a:cs typeface="Verdana"/>
              </a:rPr>
              <a:t>01</a:t>
            </a:r>
            <a:endParaRPr sz="25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560557" y="4471823"/>
            <a:ext cx="44132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120" dirty="0">
                <a:solidFill>
                  <a:srgbClr val="23403C"/>
                </a:solidFill>
                <a:latin typeface="Verdana"/>
                <a:cs typeface="Verdana"/>
              </a:rPr>
              <a:t>06</a:t>
            </a:r>
            <a:endParaRPr sz="25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69223" y="5500523"/>
            <a:ext cx="43053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155" dirty="0">
                <a:solidFill>
                  <a:srgbClr val="23403C"/>
                </a:solidFill>
                <a:latin typeface="Verdana"/>
                <a:cs typeface="Verdana"/>
              </a:rPr>
              <a:t>02</a:t>
            </a:r>
            <a:endParaRPr sz="25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574100" y="5500523"/>
            <a:ext cx="41465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85" dirty="0">
                <a:solidFill>
                  <a:srgbClr val="23403C"/>
                </a:solidFill>
                <a:latin typeface="Verdana"/>
                <a:cs typeface="Verdana"/>
              </a:rPr>
              <a:t>07</a:t>
            </a:r>
            <a:endParaRPr sz="25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63571" y="6547639"/>
            <a:ext cx="408114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30" dirty="0">
                <a:solidFill>
                  <a:srgbClr val="23403C"/>
                </a:solidFill>
                <a:latin typeface="Verdana"/>
                <a:cs typeface="Verdana"/>
              </a:rPr>
              <a:t>Planteamiento</a:t>
            </a:r>
            <a:r>
              <a:rPr sz="2500" spc="-29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500" spc="-95" dirty="0">
                <a:solidFill>
                  <a:srgbClr val="23403C"/>
                </a:solidFill>
                <a:latin typeface="Verdana"/>
                <a:cs typeface="Verdana"/>
              </a:rPr>
              <a:t>del</a:t>
            </a:r>
            <a:r>
              <a:rPr sz="2500" spc="-29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500" spc="-90" dirty="0">
                <a:solidFill>
                  <a:srgbClr val="23403C"/>
                </a:solidFill>
                <a:latin typeface="Verdana"/>
                <a:cs typeface="Verdana"/>
              </a:rPr>
              <a:t>Problema</a:t>
            </a:r>
            <a:endParaRPr sz="25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63571" y="7597928"/>
            <a:ext cx="180022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95" dirty="0">
                <a:solidFill>
                  <a:srgbClr val="23403C"/>
                </a:solidFill>
                <a:latin typeface="Verdana"/>
                <a:cs typeface="Verdana"/>
              </a:rPr>
              <a:t>Justificación</a:t>
            </a:r>
            <a:endParaRPr sz="25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257480" y="7537483"/>
            <a:ext cx="98298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50" dirty="0">
                <a:solidFill>
                  <a:srgbClr val="23403C"/>
                </a:solidFill>
                <a:latin typeface="Verdana"/>
                <a:cs typeface="Verdana"/>
              </a:rPr>
              <a:t>BPMN</a:t>
            </a:r>
            <a:endParaRPr sz="25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260561" y="6547639"/>
            <a:ext cx="117348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75" dirty="0">
                <a:solidFill>
                  <a:srgbClr val="23403C"/>
                </a:solidFill>
                <a:latin typeface="Verdana"/>
                <a:cs typeface="Verdana"/>
              </a:rPr>
              <a:t>Alcance</a:t>
            </a:r>
            <a:endParaRPr sz="25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369223" y="6529222"/>
            <a:ext cx="43053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155" dirty="0">
                <a:solidFill>
                  <a:srgbClr val="23403C"/>
                </a:solidFill>
                <a:latin typeface="Verdana"/>
                <a:cs typeface="Verdana"/>
              </a:rPr>
              <a:t>03</a:t>
            </a:r>
            <a:endParaRPr sz="25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66841" y="7579513"/>
            <a:ext cx="43497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145" dirty="0">
                <a:solidFill>
                  <a:srgbClr val="23403C"/>
                </a:solidFill>
                <a:latin typeface="Verdana"/>
                <a:cs typeface="Verdana"/>
              </a:rPr>
              <a:t>04</a:t>
            </a:r>
            <a:endParaRPr sz="250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5560557" y="7579513"/>
            <a:ext cx="44132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120" dirty="0">
                <a:solidFill>
                  <a:srgbClr val="23403C"/>
                </a:solidFill>
                <a:latin typeface="Verdana"/>
                <a:cs typeface="Verdana"/>
              </a:rPr>
              <a:t>09</a:t>
            </a:r>
            <a:endParaRPr sz="2500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5560557" y="6529222"/>
            <a:ext cx="44132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120" dirty="0">
                <a:solidFill>
                  <a:srgbClr val="23403C"/>
                </a:solidFill>
                <a:latin typeface="Verdana"/>
                <a:cs typeface="Verdana"/>
              </a:rPr>
              <a:t>08</a:t>
            </a:r>
            <a:endParaRPr sz="2500">
              <a:latin typeface="Verdana"/>
              <a:cs typeface="Verdan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0488" rIns="0" bIns="0" rtlCol="0">
            <a:spAutoFit/>
          </a:bodyPr>
          <a:lstStyle/>
          <a:p>
            <a:pPr marL="8272780">
              <a:lnSpc>
                <a:spcPct val="100000"/>
              </a:lnSpc>
              <a:spcBef>
                <a:spcPts val="100"/>
              </a:spcBef>
            </a:pPr>
            <a:r>
              <a:rPr sz="8000" spc="-760" dirty="0">
                <a:solidFill>
                  <a:srgbClr val="FFFFFF"/>
                </a:solidFill>
              </a:rPr>
              <a:t>INDICE</a:t>
            </a:r>
            <a:endParaRPr sz="8000"/>
          </a:p>
        </p:txBody>
      </p:sp>
      <p:sp>
        <p:nvSpPr>
          <p:cNvPr id="39" name="object 39"/>
          <p:cNvSpPr/>
          <p:nvPr/>
        </p:nvSpPr>
        <p:spPr>
          <a:xfrm>
            <a:off x="2076271" y="9321677"/>
            <a:ext cx="5809615" cy="0"/>
          </a:xfrm>
          <a:custGeom>
            <a:avLst/>
            <a:gdLst/>
            <a:ahLst/>
            <a:cxnLst/>
            <a:rect l="l" t="t" r="r" b="b"/>
            <a:pathLst>
              <a:path w="5809615">
                <a:moveTo>
                  <a:pt x="0" y="0"/>
                </a:moveTo>
                <a:lnTo>
                  <a:pt x="5809568" y="0"/>
                </a:lnTo>
              </a:path>
            </a:pathLst>
          </a:custGeom>
          <a:ln w="19049">
            <a:solidFill>
              <a:srgbClr val="23403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244498" y="8698235"/>
            <a:ext cx="382905" cy="421005"/>
          </a:xfrm>
          <a:custGeom>
            <a:avLst/>
            <a:gdLst/>
            <a:ahLst/>
            <a:cxnLst/>
            <a:rect l="l" t="t" r="r" b="b"/>
            <a:pathLst>
              <a:path w="382905" h="421004">
                <a:moveTo>
                  <a:pt x="0" y="365422"/>
                </a:moveTo>
                <a:lnTo>
                  <a:pt x="0" y="55275"/>
                </a:lnTo>
                <a:lnTo>
                  <a:pt x="1905" y="40883"/>
                </a:lnTo>
                <a:lnTo>
                  <a:pt x="27531" y="7466"/>
                </a:lnTo>
                <a:lnTo>
                  <a:pt x="55091" y="0"/>
                </a:lnTo>
                <a:lnTo>
                  <a:pt x="70005" y="1890"/>
                </a:lnTo>
                <a:lnTo>
                  <a:pt x="69490" y="1890"/>
                </a:lnTo>
                <a:lnTo>
                  <a:pt x="82700" y="7282"/>
                </a:lnTo>
                <a:lnTo>
                  <a:pt x="355365" y="163091"/>
                </a:lnTo>
                <a:lnTo>
                  <a:pt x="380889" y="196087"/>
                </a:lnTo>
                <a:lnTo>
                  <a:pt x="382790" y="210348"/>
                </a:lnTo>
                <a:lnTo>
                  <a:pt x="380889" y="224610"/>
                </a:lnTo>
                <a:lnTo>
                  <a:pt x="355365" y="257606"/>
                </a:lnTo>
                <a:lnTo>
                  <a:pt x="82700" y="413414"/>
                </a:lnTo>
                <a:lnTo>
                  <a:pt x="55091" y="420697"/>
                </a:lnTo>
                <a:lnTo>
                  <a:pt x="41643" y="418901"/>
                </a:lnTo>
                <a:lnTo>
                  <a:pt x="41162" y="418901"/>
                </a:lnTo>
                <a:lnTo>
                  <a:pt x="27531" y="413230"/>
                </a:lnTo>
                <a:lnTo>
                  <a:pt x="16039" y="404359"/>
                </a:lnTo>
                <a:lnTo>
                  <a:pt x="7374" y="393006"/>
                </a:lnTo>
                <a:lnTo>
                  <a:pt x="1905" y="379814"/>
                </a:lnTo>
                <a:lnTo>
                  <a:pt x="0" y="365422"/>
                </a:lnTo>
                <a:close/>
              </a:path>
            </a:pathLst>
          </a:custGeom>
          <a:solidFill>
            <a:srgbClr val="1C7362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2063571" y="8680481"/>
            <a:ext cx="320357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25" dirty="0">
                <a:solidFill>
                  <a:srgbClr val="23403C"/>
                </a:solidFill>
                <a:latin typeface="Verdana"/>
                <a:cs typeface="Verdana"/>
              </a:rPr>
              <a:t>Pregunta</a:t>
            </a:r>
            <a:r>
              <a:rPr sz="2500" spc="-31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500" spc="-95" dirty="0">
                <a:solidFill>
                  <a:srgbClr val="23403C"/>
                </a:solidFill>
                <a:latin typeface="Verdana"/>
                <a:cs typeface="Verdana"/>
              </a:rPr>
              <a:t>del</a:t>
            </a:r>
            <a:r>
              <a:rPr sz="2500" spc="-30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500" spc="-95" dirty="0">
                <a:solidFill>
                  <a:srgbClr val="23403C"/>
                </a:solidFill>
                <a:latin typeface="Verdana"/>
                <a:cs typeface="Verdana"/>
              </a:rPr>
              <a:t>proyecto</a:t>
            </a:r>
            <a:endParaRPr sz="2500">
              <a:latin typeface="Verdana"/>
              <a:cs typeface="Verdan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364460" y="8662065"/>
            <a:ext cx="44005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125" dirty="0">
                <a:solidFill>
                  <a:srgbClr val="23403C"/>
                </a:solidFill>
                <a:latin typeface="Verdana"/>
                <a:cs typeface="Verdana"/>
              </a:rPr>
              <a:t>05</a:t>
            </a:r>
            <a:endParaRPr sz="2500">
              <a:latin typeface="Verdana"/>
              <a:cs typeface="Verdana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0273261" y="9391527"/>
            <a:ext cx="5809615" cy="0"/>
          </a:xfrm>
          <a:custGeom>
            <a:avLst/>
            <a:gdLst/>
            <a:ahLst/>
            <a:cxnLst/>
            <a:rect l="l" t="t" r="r" b="b"/>
            <a:pathLst>
              <a:path w="5809615">
                <a:moveTo>
                  <a:pt x="0" y="0"/>
                </a:moveTo>
                <a:lnTo>
                  <a:pt x="5809568" y="0"/>
                </a:lnTo>
              </a:path>
            </a:pathLst>
          </a:custGeom>
          <a:ln w="19049">
            <a:solidFill>
              <a:srgbClr val="23403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9441488" y="8768085"/>
            <a:ext cx="382905" cy="421005"/>
          </a:xfrm>
          <a:custGeom>
            <a:avLst/>
            <a:gdLst/>
            <a:ahLst/>
            <a:cxnLst/>
            <a:rect l="l" t="t" r="r" b="b"/>
            <a:pathLst>
              <a:path w="382904" h="421004">
                <a:moveTo>
                  <a:pt x="0" y="365422"/>
                </a:moveTo>
                <a:lnTo>
                  <a:pt x="0" y="55275"/>
                </a:lnTo>
                <a:lnTo>
                  <a:pt x="1905" y="40883"/>
                </a:lnTo>
                <a:lnTo>
                  <a:pt x="27531" y="7466"/>
                </a:lnTo>
                <a:lnTo>
                  <a:pt x="55091" y="0"/>
                </a:lnTo>
                <a:lnTo>
                  <a:pt x="70005" y="1890"/>
                </a:lnTo>
                <a:lnTo>
                  <a:pt x="69490" y="1890"/>
                </a:lnTo>
                <a:lnTo>
                  <a:pt x="82700" y="7282"/>
                </a:lnTo>
                <a:lnTo>
                  <a:pt x="355365" y="163091"/>
                </a:lnTo>
                <a:lnTo>
                  <a:pt x="380889" y="196087"/>
                </a:lnTo>
                <a:lnTo>
                  <a:pt x="382790" y="210348"/>
                </a:lnTo>
                <a:lnTo>
                  <a:pt x="380889" y="224610"/>
                </a:lnTo>
                <a:lnTo>
                  <a:pt x="355365" y="257606"/>
                </a:lnTo>
                <a:lnTo>
                  <a:pt x="82700" y="413414"/>
                </a:lnTo>
                <a:lnTo>
                  <a:pt x="55091" y="420697"/>
                </a:lnTo>
                <a:lnTo>
                  <a:pt x="41643" y="418901"/>
                </a:lnTo>
                <a:lnTo>
                  <a:pt x="41162" y="418901"/>
                </a:lnTo>
                <a:lnTo>
                  <a:pt x="27531" y="413230"/>
                </a:lnTo>
                <a:lnTo>
                  <a:pt x="16039" y="404359"/>
                </a:lnTo>
                <a:lnTo>
                  <a:pt x="7374" y="393006"/>
                </a:lnTo>
                <a:lnTo>
                  <a:pt x="1905" y="379814"/>
                </a:lnTo>
                <a:lnTo>
                  <a:pt x="0" y="365422"/>
                </a:lnTo>
                <a:close/>
              </a:path>
            </a:pathLst>
          </a:custGeom>
          <a:solidFill>
            <a:srgbClr val="1C7362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10257480" y="8662065"/>
            <a:ext cx="173355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0" dirty="0">
                <a:solidFill>
                  <a:srgbClr val="23403C"/>
                </a:solidFill>
                <a:latin typeface="Verdana"/>
                <a:cs typeface="Verdana"/>
              </a:rPr>
              <a:t>E</a:t>
            </a:r>
            <a:r>
              <a:rPr lang="es-MX" sz="2500" spc="-10" dirty="0" err="1">
                <a:solidFill>
                  <a:srgbClr val="23403C"/>
                </a:solidFill>
                <a:latin typeface="Verdana"/>
                <a:cs typeface="Verdana"/>
              </a:rPr>
              <a:t>ncuesta</a:t>
            </a:r>
            <a:endParaRPr sz="2500" dirty="0">
              <a:latin typeface="Verdana"/>
              <a:cs typeface="Verdan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5595531" y="8731916"/>
            <a:ext cx="37147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455" dirty="0">
                <a:solidFill>
                  <a:srgbClr val="23403C"/>
                </a:solidFill>
                <a:latin typeface="Verdana"/>
                <a:cs typeface="Verdana"/>
              </a:rPr>
              <a:t>10</a:t>
            </a:r>
            <a:endParaRPr sz="2500">
              <a:latin typeface="Verdana"/>
              <a:cs typeface="Verdana"/>
            </a:endParaRPr>
          </a:p>
        </p:txBody>
      </p:sp>
      <p:pic>
        <p:nvPicPr>
          <p:cNvPr id="47" name="object 4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76425" y="206504"/>
            <a:ext cx="1400174" cy="13525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9258300"/>
            <a:chOff x="0" y="0"/>
            <a:chExt cx="18288000" cy="9258300"/>
          </a:xfrm>
        </p:grpSpPr>
        <p:sp>
          <p:nvSpPr>
            <p:cNvPr id="3" name="object 3"/>
            <p:cNvSpPr/>
            <p:nvPr/>
          </p:nvSpPr>
          <p:spPr>
            <a:xfrm>
              <a:off x="0" y="3752703"/>
              <a:ext cx="13707744" cy="5506085"/>
            </a:xfrm>
            <a:custGeom>
              <a:avLst/>
              <a:gdLst/>
              <a:ahLst/>
              <a:cxnLst/>
              <a:rect l="l" t="t" r="r" b="b"/>
              <a:pathLst>
                <a:path w="13707744" h="5506084">
                  <a:moveTo>
                    <a:pt x="13531050" y="5505596"/>
                  </a:moveTo>
                  <a:lnTo>
                    <a:pt x="0" y="5505596"/>
                  </a:lnTo>
                  <a:lnTo>
                    <a:pt x="0" y="0"/>
                  </a:lnTo>
                  <a:lnTo>
                    <a:pt x="10770844" y="0"/>
                  </a:lnTo>
                  <a:lnTo>
                    <a:pt x="10818192" y="2420"/>
                  </a:lnTo>
                  <a:lnTo>
                    <a:pt x="10864496" y="9557"/>
                  </a:lnTo>
                  <a:lnTo>
                    <a:pt x="10909455" y="21225"/>
                  </a:lnTo>
                  <a:lnTo>
                    <a:pt x="10952769" y="37240"/>
                  </a:lnTo>
                  <a:lnTo>
                    <a:pt x="10994138" y="57414"/>
                  </a:lnTo>
                  <a:lnTo>
                    <a:pt x="11033260" y="81564"/>
                  </a:lnTo>
                  <a:lnTo>
                    <a:pt x="11069835" y="109503"/>
                  </a:lnTo>
                  <a:lnTo>
                    <a:pt x="11103564" y="141046"/>
                  </a:lnTo>
                  <a:lnTo>
                    <a:pt x="11134144" y="176008"/>
                  </a:lnTo>
                  <a:lnTo>
                    <a:pt x="11161277" y="214202"/>
                  </a:lnTo>
                  <a:lnTo>
                    <a:pt x="11184660" y="255444"/>
                  </a:lnTo>
                  <a:lnTo>
                    <a:pt x="13688734" y="5250150"/>
                  </a:lnTo>
                  <a:lnTo>
                    <a:pt x="13703632" y="5292728"/>
                  </a:lnTo>
                  <a:lnTo>
                    <a:pt x="13707269" y="5336991"/>
                  </a:lnTo>
                  <a:lnTo>
                    <a:pt x="13699742" y="5380760"/>
                  </a:lnTo>
                  <a:lnTo>
                    <a:pt x="13681146" y="5421858"/>
                  </a:lnTo>
                  <a:lnTo>
                    <a:pt x="13652741" y="5456900"/>
                  </a:lnTo>
                  <a:lnTo>
                    <a:pt x="13616988" y="5483245"/>
                  </a:lnTo>
                  <a:lnTo>
                    <a:pt x="13575790" y="5499831"/>
                  </a:lnTo>
                  <a:lnTo>
                    <a:pt x="13531050" y="5505596"/>
                  </a:lnTo>
                  <a:close/>
                </a:path>
              </a:pathLst>
            </a:custGeom>
            <a:solidFill>
              <a:srgbClr val="1C73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344605" y="0"/>
              <a:ext cx="6943725" cy="8797925"/>
            </a:xfrm>
            <a:custGeom>
              <a:avLst/>
              <a:gdLst/>
              <a:ahLst/>
              <a:cxnLst/>
              <a:rect l="l" t="t" r="r" b="b"/>
              <a:pathLst>
                <a:path w="6943725" h="8797925">
                  <a:moveTo>
                    <a:pt x="6943393" y="8797515"/>
                  </a:moveTo>
                  <a:lnTo>
                    <a:pt x="3408185" y="8797516"/>
                  </a:lnTo>
                  <a:lnTo>
                    <a:pt x="3360565" y="8795153"/>
                  </a:lnTo>
                  <a:lnTo>
                    <a:pt x="3313934" y="8788180"/>
                  </a:lnTo>
                  <a:lnTo>
                    <a:pt x="3268581" y="8776768"/>
                  </a:lnTo>
                  <a:lnTo>
                    <a:pt x="3224794" y="8761089"/>
                  </a:lnTo>
                  <a:lnTo>
                    <a:pt x="3182861" y="8741314"/>
                  </a:lnTo>
                  <a:lnTo>
                    <a:pt x="3143070" y="8717615"/>
                  </a:lnTo>
                  <a:lnTo>
                    <a:pt x="3105708" y="8690163"/>
                  </a:lnTo>
                  <a:lnTo>
                    <a:pt x="3071065" y="8659131"/>
                  </a:lnTo>
                  <a:lnTo>
                    <a:pt x="3039429" y="8624689"/>
                  </a:lnTo>
                  <a:lnTo>
                    <a:pt x="3011087" y="8587010"/>
                  </a:lnTo>
                  <a:lnTo>
                    <a:pt x="2986327" y="8546264"/>
                  </a:lnTo>
                  <a:lnTo>
                    <a:pt x="63155" y="3150188"/>
                  </a:lnTo>
                  <a:lnTo>
                    <a:pt x="42103" y="3106689"/>
                  </a:lnTo>
                  <a:lnTo>
                    <a:pt x="25262" y="3061880"/>
                  </a:lnTo>
                  <a:lnTo>
                    <a:pt x="12631" y="3016052"/>
                  </a:lnTo>
                  <a:lnTo>
                    <a:pt x="4210" y="2969497"/>
                  </a:lnTo>
                  <a:lnTo>
                    <a:pt x="0" y="2922505"/>
                  </a:lnTo>
                  <a:lnTo>
                    <a:pt x="0" y="2875368"/>
                  </a:lnTo>
                  <a:lnTo>
                    <a:pt x="4210" y="2828376"/>
                  </a:lnTo>
                  <a:lnTo>
                    <a:pt x="12631" y="2781821"/>
                  </a:lnTo>
                  <a:lnTo>
                    <a:pt x="25262" y="2735993"/>
                  </a:lnTo>
                  <a:lnTo>
                    <a:pt x="42103" y="2691184"/>
                  </a:lnTo>
                  <a:lnTo>
                    <a:pt x="63155" y="2647685"/>
                  </a:lnTo>
                  <a:lnTo>
                    <a:pt x="1497464" y="0"/>
                  </a:lnTo>
                  <a:lnTo>
                    <a:pt x="6943393" y="0"/>
                  </a:lnTo>
                  <a:lnTo>
                    <a:pt x="6943393" y="8797515"/>
                  </a:lnTo>
                  <a:close/>
                </a:path>
              </a:pathLst>
            </a:custGeom>
            <a:solidFill>
              <a:srgbClr val="2340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1"/>
              <a:ext cx="18288000" cy="8189595"/>
            </a:xfrm>
            <a:custGeom>
              <a:avLst/>
              <a:gdLst/>
              <a:ahLst/>
              <a:cxnLst/>
              <a:rect l="l" t="t" r="r" b="b"/>
              <a:pathLst>
                <a:path w="18288000" h="8189595">
                  <a:moveTo>
                    <a:pt x="1390840" y="0"/>
                  </a:moveTo>
                  <a:lnTo>
                    <a:pt x="0" y="0"/>
                  </a:lnTo>
                  <a:lnTo>
                    <a:pt x="0" y="1554378"/>
                  </a:lnTo>
                  <a:lnTo>
                    <a:pt x="343598" y="1554378"/>
                  </a:lnTo>
                  <a:lnTo>
                    <a:pt x="395630" y="1548866"/>
                  </a:lnTo>
                  <a:lnTo>
                    <a:pt x="444588" y="1532928"/>
                  </a:lnTo>
                  <a:lnTo>
                    <a:pt x="489000" y="1507375"/>
                  </a:lnTo>
                  <a:lnTo>
                    <a:pt x="527405" y="1473085"/>
                  </a:lnTo>
                  <a:lnTo>
                    <a:pt x="558330" y="1430883"/>
                  </a:lnTo>
                  <a:lnTo>
                    <a:pt x="1390840" y="0"/>
                  </a:lnTo>
                  <a:close/>
                </a:path>
                <a:path w="18288000" h="8189595">
                  <a:moveTo>
                    <a:pt x="18287988" y="0"/>
                  </a:moveTo>
                  <a:lnTo>
                    <a:pt x="13263804" y="0"/>
                  </a:lnTo>
                  <a:lnTo>
                    <a:pt x="11841124" y="2565730"/>
                  </a:lnTo>
                  <a:lnTo>
                    <a:pt x="11818252" y="2610789"/>
                  </a:lnTo>
                  <a:lnTo>
                    <a:pt x="11798897" y="2657030"/>
                  </a:lnTo>
                  <a:lnTo>
                    <a:pt x="11783073" y="2704236"/>
                  </a:lnTo>
                  <a:lnTo>
                    <a:pt x="11770754" y="2752229"/>
                  </a:lnTo>
                  <a:lnTo>
                    <a:pt x="11761953" y="2800807"/>
                  </a:lnTo>
                  <a:lnTo>
                    <a:pt x="11756682" y="2849765"/>
                  </a:lnTo>
                  <a:lnTo>
                    <a:pt x="11754917" y="2898927"/>
                  </a:lnTo>
                  <a:lnTo>
                    <a:pt x="11756682" y="2948089"/>
                  </a:lnTo>
                  <a:lnTo>
                    <a:pt x="11761953" y="2997060"/>
                  </a:lnTo>
                  <a:lnTo>
                    <a:pt x="11770754" y="3045637"/>
                  </a:lnTo>
                  <a:lnTo>
                    <a:pt x="11783073" y="3093618"/>
                  </a:lnTo>
                  <a:lnTo>
                    <a:pt x="11798897" y="3140837"/>
                  </a:lnTo>
                  <a:lnTo>
                    <a:pt x="11818252" y="3187065"/>
                  </a:lnTo>
                  <a:lnTo>
                    <a:pt x="11841124" y="3232137"/>
                  </a:lnTo>
                  <a:lnTo>
                    <a:pt x="14405191" y="7856309"/>
                  </a:lnTo>
                  <a:lnTo>
                    <a:pt x="14431163" y="7899159"/>
                  </a:lnTo>
                  <a:lnTo>
                    <a:pt x="14460093" y="7939519"/>
                  </a:lnTo>
                  <a:lnTo>
                    <a:pt x="14491792" y="7977264"/>
                  </a:lnTo>
                  <a:lnTo>
                    <a:pt x="14526082" y="8012290"/>
                  </a:lnTo>
                  <a:lnTo>
                    <a:pt x="14562785" y="8044510"/>
                  </a:lnTo>
                  <a:lnTo>
                    <a:pt x="14601698" y="8073784"/>
                  </a:lnTo>
                  <a:lnTo>
                    <a:pt x="14642656" y="8100022"/>
                  </a:lnTo>
                  <a:lnTo>
                    <a:pt x="14685467" y="8123123"/>
                  </a:lnTo>
                  <a:lnTo>
                    <a:pt x="14729943" y="8142960"/>
                  </a:lnTo>
                  <a:lnTo>
                    <a:pt x="14775904" y="8159432"/>
                  </a:lnTo>
                  <a:lnTo>
                    <a:pt x="14823174" y="8172424"/>
                  </a:lnTo>
                  <a:lnTo>
                    <a:pt x="14871561" y="8181848"/>
                  </a:lnTo>
                  <a:lnTo>
                    <a:pt x="14920875" y="8187576"/>
                  </a:lnTo>
                  <a:lnTo>
                    <a:pt x="14970951" y="8189519"/>
                  </a:lnTo>
                  <a:lnTo>
                    <a:pt x="18167020" y="8189519"/>
                  </a:lnTo>
                  <a:lnTo>
                    <a:pt x="18217084" y="8187576"/>
                  </a:lnTo>
                  <a:lnTo>
                    <a:pt x="18266410" y="8181848"/>
                  </a:lnTo>
                  <a:lnTo>
                    <a:pt x="18287988" y="8177644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1C73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91124" y="0"/>
              <a:ext cx="2696876" cy="2363966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972576"/>
            <a:ext cx="16939116" cy="31442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569421" y="4019015"/>
            <a:ext cx="7984490" cy="3359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2700" spc="-145" dirty="0">
                <a:solidFill>
                  <a:srgbClr val="FFFFFF"/>
                </a:solidFill>
                <a:latin typeface="Verdana"/>
                <a:cs typeface="Verdana"/>
              </a:rPr>
              <a:t>Actualmente,</a:t>
            </a:r>
            <a:r>
              <a:rPr sz="2700" spc="-3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55" dirty="0">
                <a:solidFill>
                  <a:srgbClr val="FFFFFF"/>
                </a:solidFill>
                <a:latin typeface="Verdana"/>
                <a:cs typeface="Verdana"/>
              </a:rPr>
              <a:t>muchos</a:t>
            </a:r>
            <a:r>
              <a:rPr sz="2700" spc="-3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40" dirty="0">
                <a:solidFill>
                  <a:srgbClr val="FFFFFF"/>
                </a:solidFill>
                <a:latin typeface="Verdana"/>
                <a:cs typeface="Verdana"/>
              </a:rPr>
              <a:t>conjuntos</a:t>
            </a:r>
            <a:r>
              <a:rPr sz="2700" spc="-3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50" dirty="0">
                <a:solidFill>
                  <a:srgbClr val="FFFFFF"/>
                </a:solidFill>
                <a:latin typeface="Verdana"/>
                <a:cs typeface="Verdana"/>
              </a:rPr>
              <a:t>residenciales </a:t>
            </a:r>
            <a:r>
              <a:rPr sz="2700" spc="-160" dirty="0">
                <a:solidFill>
                  <a:srgbClr val="FFFFFF"/>
                </a:solidFill>
                <a:latin typeface="Verdana"/>
                <a:cs typeface="Verdana"/>
              </a:rPr>
              <a:t>presentan</a:t>
            </a:r>
            <a:r>
              <a:rPr sz="2700" spc="-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20" dirty="0">
                <a:solidFill>
                  <a:srgbClr val="FFFFFF"/>
                </a:solidFill>
                <a:latin typeface="Verdana"/>
                <a:cs typeface="Verdana"/>
              </a:rPr>
              <a:t>dificultades</a:t>
            </a:r>
            <a:r>
              <a:rPr sz="2700" spc="-3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45" dirty="0">
                <a:solidFill>
                  <a:srgbClr val="FFFFFF"/>
                </a:solidFill>
                <a:latin typeface="Verdana"/>
                <a:cs typeface="Verdana"/>
              </a:rPr>
              <a:t>en</a:t>
            </a:r>
            <a:r>
              <a:rPr sz="2700" spc="-3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200" dirty="0">
                <a:solidFill>
                  <a:srgbClr val="FFFFFF"/>
                </a:solidFill>
                <a:latin typeface="Verdana"/>
                <a:cs typeface="Verdana"/>
              </a:rPr>
              <a:t>su</a:t>
            </a:r>
            <a:r>
              <a:rPr sz="2700" spc="-3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60" dirty="0">
                <a:solidFill>
                  <a:srgbClr val="FFFFFF"/>
                </a:solidFill>
                <a:latin typeface="Verdana"/>
                <a:cs typeface="Verdana"/>
              </a:rPr>
              <a:t>organización,</a:t>
            </a:r>
            <a:r>
              <a:rPr sz="2700" spc="-3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90" dirty="0">
                <a:solidFill>
                  <a:srgbClr val="FFFFFF"/>
                </a:solidFill>
                <a:latin typeface="Verdana"/>
                <a:cs typeface="Verdana"/>
              </a:rPr>
              <a:t>lo</a:t>
            </a:r>
            <a:r>
              <a:rPr sz="2700" spc="-3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25" dirty="0">
                <a:solidFill>
                  <a:srgbClr val="FFFFFF"/>
                </a:solidFill>
                <a:latin typeface="Verdana"/>
                <a:cs typeface="Verdana"/>
              </a:rPr>
              <a:t>que </a:t>
            </a:r>
            <a:r>
              <a:rPr sz="2700" spc="-165" dirty="0">
                <a:solidFill>
                  <a:srgbClr val="FFFFFF"/>
                </a:solidFill>
                <a:latin typeface="Verdana"/>
                <a:cs typeface="Verdana"/>
              </a:rPr>
              <a:t>genera</a:t>
            </a:r>
            <a:r>
              <a:rPr sz="2700" spc="-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30" dirty="0">
                <a:solidFill>
                  <a:srgbClr val="FFFFFF"/>
                </a:solidFill>
                <a:latin typeface="Verdana"/>
                <a:cs typeface="Verdana"/>
              </a:rPr>
              <a:t>pérdida</a:t>
            </a:r>
            <a:r>
              <a:rPr sz="2700" spc="-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0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700" spc="-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30" dirty="0">
                <a:solidFill>
                  <a:srgbClr val="FFFFFF"/>
                </a:solidFill>
                <a:latin typeface="Verdana"/>
                <a:cs typeface="Verdana"/>
              </a:rPr>
              <a:t>tiempo</a:t>
            </a:r>
            <a:r>
              <a:rPr sz="2700" spc="-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45" dirty="0">
                <a:solidFill>
                  <a:srgbClr val="FFFFFF"/>
                </a:solidFill>
                <a:latin typeface="Verdana"/>
                <a:cs typeface="Verdana"/>
              </a:rPr>
              <a:t>en</a:t>
            </a:r>
            <a:r>
              <a:rPr sz="2700" spc="-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40" dirty="0">
                <a:solidFill>
                  <a:srgbClr val="FFFFFF"/>
                </a:solidFill>
                <a:latin typeface="Verdana"/>
                <a:cs typeface="Verdana"/>
              </a:rPr>
              <a:t>procesos</a:t>
            </a:r>
            <a:r>
              <a:rPr sz="2700" spc="-3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75" dirty="0">
                <a:solidFill>
                  <a:srgbClr val="FFFFFF"/>
                </a:solidFill>
                <a:latin typeface="Verdana"/>
                <a:cs typeface="Verdana"/>
              </a:rPr>
              <a:t>simples</a:t>
            </a:r>
            <a:r>
              <a:rPr sz="2700" spc="-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29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700" spc="-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25" dirty="0">
                <a:solidFill>
                  <a:srgbClr val="FFFFFF"/>
                </a:solidFill>
                <a:latin typeface="Verdana"/>
                <a:cs typeface="Verdana"/>
              </a:rPr>
              <a:t>un </a:t>
            </a:r>
            <a:r>
              <a:rPr sz="2700" spc="-160" dirty="0">
                <a:solidFill>
                  <a:srgbClr val="FFFFFF"/>
                </a:solidFill>
                <a:latin typeface="Verdana"/>
                <a:cs typeface="Verdana"/>
              </a:rPr>
              <a:t>uso</a:t>
            </a:r>
            <a:r>
              <a:rPr sz="2700" spc="-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14" dirty="0">
                <a:solidFill>
                  <a:srgbClr val="FFFFFF"/>
                </a:solidFill>
                <a:latin typeface="Verdana"/>
                <a:cs typeface="Verdana"/>
              </a:rPr>
              <a:t>ineficiente</a:t>
            </a:r>
            <a:r>
              <a:rPr sz="2700" spc="-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0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700" spc="-3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45" dirty="0">
                <a:solidFill>
                  <a:srgbClr val="FFFFFF"/>
                </a:solidFill>
                <a:latin typeface="Verdana"/>
                <a:cs typeface="Verdana"/>
              </a:rPr>
              <a:t>los</a:t>
            </a:r>
            <a:r>
              <a:rPr sz="2700" spc="-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95" dirty="0">
                <a:solidFill>
                  <a:srgbClr val="FFFFFF"/>
                </a:solidFill>
                <a:latin typeface="Verdana"/>
                <a:cs typeface="Verdana"/>
              </a:rPr>
              <a:t>recursos.</a:t>
            </a:r>
            <a:r>
              <a:rPr sz="2700" spc="-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45" dirty="0">
                <a:solidFill>
                  <a:srgbClr val="FFFFFF"/>
                </a:solidFill>
                <a:latin typeface="Verdana"/>
                <a:cs typeface="Verdana"/>
              </a:rPr>
              <a:t>Esta</a:t>
            </a:r>
            <a:r>
              <a:rPr sz="2700" spc="-3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35" dirty="0">
                <a:solidFill>
                  <a:srgbClr val="FFFFFF"/>
                </a:solidFill>
                <a:latin typeface="Verdana"/>
                <a:cs typeface="Verdana"/>
              </a:rPr>
              <a:t>situación</a:t>
            </a:r>
            <a:r>
              <a:rPr sz="2700" spc="-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60" dirty="0">
                <a:solidFill>
                  <a:srgbClr val="FFFFFF"/>
                </a:solidFill>
                <a:latin typeface="Verdana"/>
                <a:cs typeface="Verdana"/>
              </a:rPr>
              <a:t>afecta </a:t>
            </a:r>
            <a:r>
              <a:rPr sz="2700" spc="-140" dirty="0">
                <a:solidFill>
                  <a:srgbClr val="FFFFFF"/>
                </a:solidFill>
                <a:latin typeface="Verdana"/>
                <a:cs typeface="Verdana"/>
              </a:rPr>
              <a:t>directamente</a:t>
            </a:r>
            <a:r>
              <a:rPr sz="2700" spc="-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65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2700" spc="-3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40" dirty="0">
                <a:solidFill>
                  <a:srgbClr val="FFFFFF"/>
                </a:solidFill>
                <a:latin typeface="Verdana"/>
                <a:cs typeface="Verdana"/>
              </a:rPr>
              <a:t>satisfacción</a:t>
            </a:r>
            <a:r>
              <a:rPr sz="2700" spc="-3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0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700" spc="-3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45" dirty="0">
                <a:solidFill>
                  <a:srgbClr val="FFFFFF"/>
                </a:solidFill>
                <a:latin typeface="Verdana"/>
                <a:cs typeface="Verdana"/>
              </a:rPr>
              <a:t>los</a:t>
            </a:r>
            <a:r>
              <a:rPr sz="2700" spc="-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65" dirty="0">
                <a:solidFill>
                  <a:srgbClr val="FFFFFF"/>
                </a:solidFill>
                <a:latin typeface="Verdana"/>
                <a:cs typeface="Verdana"/>
              </a:rPr>
              <a:t>residentes, </a:t>
            </a:r>
            <a:r>
              <a:rPr sz="2700" spc="-145" dirty="0">
                <a:solidFill>
                  <a:srgbClr val="FFFFFF"/>
                </a:solidFill>
                <a:latin typeface="Verdana"/>
                <a:cs typeface="Verdana"/>
              </a:rPr>
              <a:t>quienes</a:t>
            </a:r>
            <a:r>
              <a:rPr sz="2700" spc="-3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65" dirty="0">
                <a:solidFill>
                  <a:srgbClr val="FFFFFF"/>
                </a:solidFill>
                <a:latin typeface="Verdana"/>
                <a:cs typeface="Verdana"/>
              </a:rPr>
              <a:t>pagan</a:t>
            </a:r>
            <a:r>
              <a:rPr sz="2700" spc="-3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30" dirty="0">
                <a:solidFill>
                  <a:srgbClr val="FFFFFF"/>
                </a:solidFill>
                <a:latin typeface="Verdana"/>
                <a:cs typeface="Verdana"/>
              </a:rPr>
              <a:t>por</a:t>
            </a:r>
            <a:r>
              <a:rPr sz="2700" spc="-3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75" dirty="0">
                <a:solidFill>
                  <a:srgbClr val="FFFFFF"/>
                </a:solidFill>
                <a:latin typeface="Verdana"/>
                <a:cs typeface="Verdana"/>
              </a:rPr>
              <a:t>una</a:t>
            </a:r>
            <a:r>
              <a:rPr sz="2700" spc="-3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50" dirty="0">
                <a:solidFill>
                  <a:srgbClr val="FFFFFF"/>
                </a:solidFill>
                <a:latin typeface="Verdana"/>
                <a:cs typeface="Verdana"/>
              </a:rPr>
              <a:t>administración</a:t>
            </a:r>
            <a:r>
              <a:rPr sz="2700" spc="-3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20" dirty="0">
                <a:solidFill>
                  <a:srgbClr val="FFFFFF"/>
                </a:solidFill>
                <a:latin typeface="Verdana"/>
                <a:cs typeface="Verdana"/>
              </a:rPr>
              <a:t>que</a:t>
            </a:r>
            <a:r>
              <a:rPr sz="2700" spc="-3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25" dirty="0">
                <a:solidFill>
                  <a:srgbClr val="FFFFFF"/>
                </a:solidFill>
                <a:latin typeface="Verdana"/>
                <a:cs typeface="Verdana"/>
              </a:rPr>
              <a:t>no </a:t>
            </a:r>
            <a:r>
              <a:rPr sz="2700" spc="-175" dirty="0">
                <a:solidFill>
                  <a:srgbClr val="FFFFFF"/>
                </a:solidFill>
                <a:latin typeface="Verdana"/>
                <a:cs typeface="Verdana"/>
              </a:rPr>
              <a:t>siempre</a:t>
            </a:r>
            <a:r>
              <a:rPr sz="2700" spc="-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25" dirty="0">
                <a:solidFill>
                  <a:srgbClr val="FFFFFF"/>
                </a:solidFill>
                <a:latin typeface="Verdana"/>
                <a:cs typeface="Verdana"/>
              </a:rPr>
              <a:t>cumple</a:t>
            </a:r>
            <a:r>
              <a:rPr sz="2700" spc="-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90" dirty="0">
                <a:solidFill>
                  <a:srgbClr val="FFFFFF"/>
                </a:solidFill>
                <a:latin typeface="Verdana"/>
                <a:cs typeface="Verdana"/>
              </a:rPr>
              <a:t>con</a:t>
            </a:r>
            <a:r>
              <a:rPr sz="2700" spc="-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215" dirty="0">
                <a:solidFill>
                  <a:srgbClr val="FFFFFF"/>
                </a:solidFill>
                <a:latin typeface="Verdana"/>
                <a:cs typeface="Verdana"/>
              </a:rPr>
              <a:t>sus</a:t>
            </a:r>
            <a:r>
              <a:rPr sz="2700" spc="-3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95" dirty="0">
                <a:solidFill>
                  <a:srgbClr val="FFFFFF"/>
                </a:solidFill>
                <a:latin typeface="Verdana"/>
                <a:cs typeface="Verdana"/>
              </a:rPr>
              <a:t>expectativas.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254550" y="1024325"/>
            <a:ext cx="7400925" cy="195897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 marR="5080">
              <a:lnSpc>
                <a:spcPts val="7430"/>
              </a:lnSpc>
              <a:spcBef>
                <a:spcPts val="565"/>
              </a:spcBef>
            </a:pPr>
            <a:r>
              <a:rPr spc="-415" dirty="0"/>
              <a:t>PLANTEAMIENTO </a:t>
            </a:r>
            <a:r>
              <a:rPr spc="-335" dirty="0"/>
              <a:t>DEL</a:t>
            </a:r>
            <a:r>
              <a:rPr spc="-860" dirty="0"/>
              <a:t> </a:t>
            </a:r>
            <a:r>
              <a:rPr spc="-405" dirty="0"/>
              <a:t>PROBLEMA: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12101845" y="-209550"/>
            <a:ext cx="6186170" cy="7642859"/>
            <a:chOff x="12101845" y="-209550"/>
            <a:chExt cx="6186170" cy="7642859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11329" y="0"/>
              <a:ext cx="5976670" cy="722510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2311395" y="0"/>
              <a:ext cx="2311400" cy="7223759"/>
            </a:xfrm>
            <a:custGeom>
              <a:avLst/>
              <a:gdLst/>
              <a:ahLst/>
              <a:cxnLst/>
              <a:rect l="l" t="t" r="r" b="b"/>
              <a:pathLst>
                <a:path w="2311400" h="7223759">
                  <a:moveTo>
                    <a:pt x="2311295" y="7223328"/>
                  </a:moveTo>
                  <a:lnTo>
                    <a:pt x="2249672" y="7215409"/>
                  </a:lnTo>
                  <a:lnTo>
                    <a:pt x="2204713" y="7203741"/>
                  </a:lnTo>
                  <a:lnTo>
                    <a:pt x="2161399" y="7187727"/>
                  </a:lnTo>
                  <a:lnTo>
                    <a:pt x="2120030" y="7167553"/>
                  </a:lnTo>
                  <a:lnTo>
                    <a:pt x="2080908" y="7143405"/>
                  </a:lnTo>
                  <a:lnTo>
                    <a:pt x="2044332" y="7115467"/>
                  </a:lnTo>
                  <a:lnTo>
                    <a:pt x="2010603" y="7083925"/>
                  </a:lnTo>
                  <a:lnTo>
                    <a:pt x="1980021" y="7048965"/>
                  </a:lnTo>
                  <a:lnTo>
                    <a:pt x="1952887" y="7010772"/>
                  </a:lnTo>
                  <a:lnTo>
                    <a:pt x="1929501" y="6969531"/>
                  </a:lnTo>
                  <a:lnTo>
                    <a:pt x="59952" y="3240956"/>
                  </a:lnTo>
                  <a:lnTo>
                    <a:pt x="39968" y="3196448"/>
                  </a:lnTo>
                  <a:lnTo>
                    <a:pt x="23981" y="3150780"/>
                  </a:lnTo>
                  <a:lnTo>
                    <a:pt x="11990" y="3104208"/>
                  </a:lnTo>
                  <a:lnTo>
                    <a:pt x="3996" y="3056992"/>
                  </a:lnTo>
                  <a:lnTo>
                    <a:pt x="0" y="3009388"/>
                  </a:lnTo>
                  <a:lnTo>
                    <a:pt x="0" y="2961656"/>
                  </a:lnTo>
                  <a:lnTo>
                    <a:pt x="3996" y="2914053"/>
                  </a:lnTo>
                  <a:lnTo>
                    <a:pt x="11990" y="2866836"/>
                  </a:lnTo>
                  <a:lnTo>
                    <a:pt x="23981" y="2820265"/>
                  </a:lnTo>
                  <a:lnTo>
                    <a:pt x="39968" y="2774596"/>
                  </a:lnTo>
                  <a:lnTo>
                    <a:pt x="59952" y="2730089"/>
                  </a:lnTo>
                  <a:lnTo>
                    <a:pt x="1428849" y="0"/>
                  </a:lnTo>
                </a:path>
              </a:pathLst>
            </a:custGeom>
            <a:ln w="419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8233" y="8562902"/>
            <a:ext cx="1400174" cy="13525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860624" y="0"/>
            <a:ext cx="9427845" cy="10287000"/>
            <a:chOff x="8860624" y="0"/>
            <a:chExt cx="9427845" cy="10287000"/>
          </a:xfrm>
        </p:grpSpPr>
        <p:sp>
          <p:nvSpPr>
            <p:cNvPr id="3" name="object 3"/>
            <p:cNvSpPr/>
            <p:nvPr/>
          </p:nvSpPr>
          <p:spPr>
            <a:xfrm>
              <a:off x="8860624" y="0"/>
              <a:ext cx="9427845" cy="10281920"/>
            </a:xfrm>
            <a:custGeom>
              <a:avLst/>
              <a:gdLst/>
              <a:ahLst/>
              <a:cxnLst/>
              <a:rect l="l" t="t" r="r" b="b"/>
              <a:pathLst>
                <a:path w="9427844" h="10281920">
                  <a:moveTo>
                    <a:pt x="5199502" y="10281760"/>
                  </a:moveTo>
                  <a:lnTo>
                    <a:pt x="0" y="10281760"/>
                  </a:lnTo>
                  <a:lnTo>
                    <a:pt x="5199502" y="0"/>
                  </a:lnTo>
                  <a:lnTo>
                    <a:pt x="9427374" y="0"/>
                  </a:lnTo>
                  <a:lnTo>
                    <a:pt x="9427374" y="1921350"/>
                  </a:lnTo>
                  <a:lnTo>
                    <a:pt x="5199502" y="10281760"/>
                  </a:lnTo>
                  <a:close/>
                </a:path>
              </a:pathLst>
            </a:custGeom>
            <a:solidFill>
              <a:srgbClr val="2340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500362" y="11"/>
              <a:ext cx="8787765" cy="10287000"/>
            </a:xfrm>
            <a:custGeom>
              <a:avLst/>
              <a:gdLst/>
              <a:ahLst/>
              <a:cxnLst/>
              <a:rect l="l" t="t" r="r" b="b"/>
              <a:pathLst>
                <a:path w="8787765" h="10287000">
                  <a:moveTo>
                    <a:pt x="8787638" y="0"/>
                  </a:moveTo>
                  <a:lnTo>
                    <a:pt x="2052447" y="0"/>
                  </a:lnTo>
                  <a:lnTo>
                    <a:pt x="3737521" y="2896222"/>
                  </a:lnTo>
                  <a:lnTo>
                    <a:pt x="0" y="10286987"/>
                  </a:lnTo>
                  <a:lnTo>
                    <a:pt x="6879476" y="10286987"/>
                  </a:lnTo>
                  <a:lnTo>
                    <a:pt x="8787625" y="6513716"/>
                  </a:lnTo>
                  <a:lnTo>
                    <a:pt x="8787625" y="3729164"/>
                  </a:lnTo>
                  <a:lnTo>
                    <a:pt x="8787638" y="0"/>
                  </a:lnTo>
                  <a:close/>
                </a:path>
              </a:pathLst>
            </a:custGeom>
            <a:solidFill>
              <a:srgbClr val="1C73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0" y="1749231"/>
            <a:ext cx="8519795" cy="1125220"/>
          </a:xfrm>
          <a:custGeom>
            <a:avLst/>
            <a:gdLst/>
            <a:ahLst/>
            <a:cxnLst/>
            <a:rect l="l" t="t" r="r" b="b"/>
            <a:pathLst>
              <a:path w="8519795" h="1125220">
                <a:moveTo>
                  <a:pt x="8378541" y="1124798"/>
                </a:moveTo>
                <a:lnTo>
                  <a:pt x="142875" y="1124798"/>
                </a:lnTo>
                <a:lnTo>
                  <a:pt x="114871" y="1122027"/>
                </a:lnTo>
                <a:lnTo>
                  <a:pt x="63607" y="1100793"/>
                </a:lnTo>
                <a:lnTo>
                  <a:pt x="24004" y="1061190"/>
                </a:lnTo>
                <a:lnTo>
                  <a:pt x="2770" y="1009927"/>
                </a:lnTo>
                <a:lnTo>
                  <a:pt x="0" y="981923"/>
                </a:lnTo>
                <a:lnTo>
                  <a:pt x="0" y="142875"/>
                </a:lnTo>
                <a:lnTo>
                  <a:pt x="10875" y="88199"/>
                </a:lnTo>
                <a:lnTo>
                  <a:pt x="41847" y="41847"/>
                </a:lnTo>
                <a:lnTo>
                  <a:pt x="88199" y="10875"/>
                </a:lnTo>
                <a:lnTo>
                  <a:pt x="142875" y="0"/>
                </a:lnTo>
                <a:lnTo>
                  <a:pt x="8378541" y="0"/>
                </a:lnTo>
                <a:lnTo>
                  <a:pt x="8406545" y="2770"/>
                </a:lnTo>
                <a:lnTo>
                  <a:pt x="8457808" y="24004"/>
                </a:lnTo>
                <a:lnTo>
                  <a:pt x="8497411" y="63607"/>
                </a:lnTo>
                <a:lnTo>
                  <a:pt x="8518645" y="114871"/>
                </a:lnTo>
                <a:lnTo>
                  <a:pt x="8519467" y="123183"/>
                </a:lnTo>
                <a:lnTo>
                  <a:pt x="8519467" y="1001614"/>
                </a:lnTo>
                <a:lnTo>
                  <a:pt x="8497411" y="1061190"/>
                </a:lnTo>
                <a:lnTo>
                  <a:pt x="8457808" y="1100793"/>
                </a:lnTo>
                <a:lnTo>
                  <a:pt x="8406545" y="1122027"/>
                </a:lnTo>
                <a:lnTo>
                  <a:pt x="8378541" y="1124798"/>
                </a:lnTo>
                <a:close/>
              </a:path>
            </a:pathLst>
          </a:custGeom>
          <a:solidFill>
            <a:srgbClr val="1C73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721258" y="8578891"/>
            <a:ext cx="1567180" cy="1708150"/>
          </a:xfrm>
          <a:custGeom>
            <a:avLst/>
            <a:gdLst/>
            <a:ahLst/>
            <a:cxnLst/>
            <a:rect l="l" t="t" r="r" b="b"/>
            <a:pathLst>
              <a:path w="1567180" h="1708150">
                <a:moveTo>
                  <a:pt x="1566742" y="1708107"/>
                </a:moveTo>
                <a:lnTo>
                  <a:pt x="0" y="1708107"/>
                </a:lnTo>
                <a:lnTo>
                  <a:pt x="814411" y="289136"/>
                </a:lnTo>
                <a:lnTo>
                  <a:pt x="841861" y="245877"/>
                </a:lnTo>
                <a:lnTo>
                  <a:pt x="872720" y="205619"/>
                </a:lnTo>
                <a:lnTo>
                  <a:pt x="906737" y="168507"/>
                </a:lnTo>
                <a:lnTo>
                  <a:pt x="943662" y="134687"/>
                </a:lnTo>
                <a:lnTo>
                  <a:pt x="983246" y="104303"/>
                </a:lnTo>
                <a:lnTo>
                  <a:pt x="1025237" y="77500"/>
                </a:lnTo>
                <a:lnTo>
                  <a:pt x="1069386" y="54423"/>
                </a:lnTo>
                <a:lnTo>
                  <a:pt x="1115442" y="35217"/>
                </a:lnTo>
                <a:lnTo>
                  <a:pt x="1163155" y="20027"/>
                </a:lnTo>
                <a:lnTo>
                  <a:pt x="1212275" y="8997"/>
                </a:lnTo>
                <a:lnTo>
                  <a:pt x="1262551" y="2273"/>
                </a:lnTo>
                <a:lnTo>
                  <a:pt x="1313734" y="0"/>
                </a:lnTo>
                <a:lnTo>
                  <a:pt x="1566742" y="0"/>
                </a:lnTo>
                <a:lnTo>
                  <a:pt x="1566742" y="1708107"/>
                </a:lnTo>
                <a:close/>
              </a:path>
            </a:pathLst>
          </a:custGeom>
          <a:solidFill>
            <a:srgbClr val="1C73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391285" cy="1554480"/>
          </a:xfrm>
          <a:custGeom>
            <a:avLst/>
            <a:gdLst/>
            <a:ahLst/>
            <a:cxnLst/>
            <a:rect l="l" t="t" r="r" b="b"/>
            <a:pathLst>
              <a:path w="1391285" h="1554480">
                <a:moveTo>
                  <a:pt x="343606" y="1554381"/>
                </a:moveTo>
                <a:lnTo>
                  <a:pt x="0" y="1554381"/>
                </a:lnTo>
                <a:lnTo>
                  <a:pt x="0" y="0"/>
                </a:lnTo>
                <a:lnTo>
                  <a:pt x="1390848" y="0"/>
                </a:lnTo>
                <a:lnTo>
                  <a:pt x="558332" y="1430887"/>
                </a:lnTo>
                <a:lnTo>
                  <a:pt x="527410" y="1473090"/>
                </a:lnTo>
                <a:lnTo>
                  <a:pt x="489007" y="1507386"/>
                </a:lnTo>
                <a:lnTo>
                  <a:pt x="444592" y="1532931"/>
                </a:lnTo>
                <a:lnTo>
                  <a:pt x="395635" y="1548877"/>
                </a:lnTo>
                <a:lnTo>
                  <a:pt x="343606" y="1554381"/>
                </a:lnTo>
                <a:close/>
              </a:path>
            </a:pathLst>
          </a:custGeom>
          <a:solidFill>
            <a:srgbClr val="1C736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0385" y="672494"/>
            <a:ext cx="6397614" cy="6562724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32545" rIns="0" bIns="0" rtlCol="0">
            <a:spAutoFit/>
          </a:bodyPr>
          <a:lstStyle/>
          <a:p>
            <a:pPr marL="158750">
              <a:lnSpc>
                <a:spcPct val="100000"/>
              </a:lnSpc>
              <a:spcBef>
                <a:spcPts val="100"/>
              </a:spcBef>
            </a:pPr>
            <a:r>
              <a:rPr spc="-565" dirty="0"/>
              <a:t>JUSTIFICACIÓN: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6300" y="3434714"/>
            <a:ext cx="8018780" cy="2882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2700" spc="-114" dirty="0">
                <a:solidFill>
                  <a:srgbClr val="23403C"/>
                </a:solidFill>
                <a:latin typeface="Verdana"/>
                <a:cs typeface="Verdana"/>
              </a:rPr>
              <a:t>La</a:t>
            </a:r>
            <a:r>
              <a:rPr sz="2700" spc="-31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50" dirty="0">
                <a:solidFill>
                  <a:srgbClr val="23403C"/>
                </a:solidFill>
                <a:latin typeface="Verdana"/>
                <a:cs typeface="Verdana"/>
              </a:rPr>
              <a:t>administración</a:t>
            </a:r>
            <a:r>
              <a:rPr sz="2700" spc="-31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00" dirty="0">
                <a:solidFill>
                  <a:srgbClr val="23403C"/>
                </a:solidFill>
                <a:latin typeface="Verdana"/>
                <a:cs typeface="Verdana"/>
              </a:rPr>
              <a:t>de</a:t>
            </a:r>
            <a:r>
              <a:rPr sz="2700" spc="-31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50" dirty="0">
                <a:solidFill>
                  <a:srgbClr val="23403C"/>
                </a:solidFill>
                <a:latin typeface="Verdana"/>
                <a:cs typeface="Verdana"/>
              </a:rPr>
              <a:t>un</a:t>
            </a:r>
            <a:r>
              <a:rPr sz="2700" spc="-31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30" dirty="0">
                <a:solidFill>
                  <a:srgbClr val="23403C"/>
                </a:solidFill>
                <a:latin typeface="Verdana"/>
                <a:cs typeface="Verdana"/>
              </a:rPr>
              <a:t>conjunto</a:t>
            </a:r>
            <a:r>
              <a:rPr sz="2700" spc="-31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40" dirty="0">
                <a:solidFill>
                  <a:srgbClr val="23403C"/>
                </a:solidFill>
                <a:latin typeface="Verdana"/>
                <a:cs typeface="Verdana"/>
              </a:rPr>
              <a:t>residencial</a:t>
            </a:r>
            <a:r>
              <a:rPr sz="2700" spc="-31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0" dirty="0">
                <a:solidFill>
                  <a:srgbClr val="23403C"/>
                </a:solidFill>
                <a:latin typeface="Verdana"/>
                <a:cs typeface="Verdana"/>
              </a:rPr>
              <a:t>puede </a:t>
            </a:r>
            <a:r>
              <a:rPr sz="2700" spc="-200" dirty="0">
                <a:solidFill>
                  <a:srgbClr val="23403C"/>
                </a:solidFill>
                <a:latin typeface="Verdana"/>
                <a:cs typeface="Verdana"/>
              </a:rPr>
              <a:t>ser</a:t>
            </a:r>
            <a:r>
              <a:rPr sz="2700" spc="-32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25" dirty="0">
                <a:solidFill>
                  <a:srgbClr val="23403C"/>
                </a:solidFill>
                <a:latin typeface="Verdana"/>
                <a:cs typeface="Verdana"/>
              </a:rPr>
              <a:t>complicada</a:t>
            </a:r>
            <a:r>
              <a:rPr sz="2700" spc="-32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14" dirty="0">
                <a:solidFill>
                  <a:srgbClr val="23403C"/>
                </a:solidFill>
                <a:latin typeface="Verdana"/>
                <a:cs typeface="Verdana"/>
              </a:rPr>
              <a:t>cuando</a:t>
            </a:r>
            <a:r>
              <a:rPr sz="2700" spc="-32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95" dirty="0">
                <a:solidFill>
                  <a:srgbClr val="23403C"/>
                </a:solidFill>
                <a:latin typeface="Verdana"/>
                <a:cs typeface="Verdana"/>
              </a:rPr>
              <a:t>se</a:t>
            </a:r>
            <a:r>
              <a:rPr sz="2700" spc="-32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30" dirty="0">
                <a:solidFill>
                  <a:srgbClr val="23403C"/>
                </a:solidFill>
                <a:latin typeface="Verdana"/>
                <a:cs typeface="Verdana"/>
              </a:rPr>
              <a:t>hace</a:t>
            </a:r>
            <a:r>
              <a:rPr sz="2700" spc="-32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00" dirty="0">
                <a:solidFill>
                  <a:srgbClr val="23403C"/>
                </a:solidFill>
                <a:latin typeface="Verdana"/>
                <a:cs typeface="Verdana"/>
              </a:rPr>
              <a:t>de</a:t>
            </a:r>
            <a:r>
              <a:rPr sz="2700" spc="-32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80" dirty="0">
                <a:solidFill>
                  <a:srgbClr val="23403C"/>
                </a:solidFill>
                <a:latin typeface="Verdana"/>
                <a:cs typeface="Verdana"/>
              </a:rPr>
              <a:t>forma</a:t>
            </a:r>
            <a:r>
              <a:rPr sz="2700" spc="-32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215" dirty="0">
                <a:solidFill>
                  <a:srgbClr val="23403C"/>
                </a:solidFill>
                <a:latin typeface="Verdana"/>
                <a:cs typeface="Verdana"/>
              </a:rPr>
              <a:t>manual,</a:t>
            </a:r>
            <a:r>
              <a:rPr sz="2700" spc="-32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280" dirty="0">
                <a:solidFill>
                  <a:srgbClr val="23403C"/>
                </a:solidFill>
                <a:latin typeface="Verdana"/>
                <a:cs typeface="Verdana"/>
              </a:rPr>
              <a:t>ya </a:t>
            </a:r>
            <a:r>
              <a:rPr sz="2700" spc="-120" dirty="0">
                <a:solidFill>
                  <a:srgbClr val="23403C"/>
                </a:solidFill>
                <a:latin typeface="Verdana"/>
                <a:cs typeface="Verdana"/>
              </a:rPr>
              <a:t>que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95" dirty="0">
                <a:solidFill>
                  <a:srgbClr val="23403C"/>
                </a:solidFill>
                <a:latin typeface="Verdana"/>
                <a:cs typeface="Verdana"/>
              </a:rPr>
              <a:t>se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30" dirty="0">
                <a:solidFill>
                  <a:srgbClr val="23403C"/>
                </a:solidFill>
                <a:latin typeface="Verdana"/>
                <a:cs typeface="Verdana"/>
              </a:rPr>
              <a:t>pierden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50" dirty="0">
                <a:solidFill>
                  <a:srgbClr val="23403C"/>
                </a:solidFill>
                <a:latin typeface="Verdana"/>
                <a:cs typeface="Verdana"/>
              </a:rPr>
              <a:t>tiempos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290" dirty="0">
                <a:solidFill>
                  <a:srgbClr val="23403C"/>
                </a:solidFill>
                <a:latin typeface="Verdana"/>
                <a:cs typeface="Verdana"/>
              </a:rPr>
              <a:t>y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65" dirty="0">
                <a:solidFill>
                  <a:srgbClr val="23403C"/>
                </a:solidFill>
                <a:latin typeface="Verdana"/>
                <a:cs typeface="Verdana"/>
              </a:rPr>
              <a:t>la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20" dirty="0">
                <a:solidFill>
                  <a:srgbClr val="23403C"/>
                </a:solidFill>
                <a:latin typeface="Verdana"/>
                <a:cs typeface="Verdana"/>
              </a:rPr>
              <a:t>comunicación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90" dirty="0">
                <a:solidFill>
                  <a:srgbClr val="23403C"/>
                </a:solidFill>
                <a:latin typeface="Verdana"/>
                <a:cs typeface="Verdana"/>
              </a:rPr>
              <a:t>con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25" dirty="0">
                <a:solidFill>
                  <a:srgbClr val="23403C"/>
                </a:solidFill>
                <a:latin typeface="Verdana"/>
                <a:cs typeface="Verdana"/>
              </a:rPr>
              <a:t>los </a:t>
            </a:r>
            <a:r>
              <a:rPr sz="2700" spc="-155" dirty="0">
                <a:solidFill>
                  <a:srgbClr val="23403C"/>
                </a:solidFill>
                <a:latin typeface="Verdana"/>
                <a:cs typeface="Verdana"/>
              </a:rPr>
              <a:t>residentes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20" dirty="0">
                <a:solidFill>
                  <a:srgbClr val="23403C"/>
                </a:solidFill>
                <a:latin typeface="Verdana"/>
                <a:cs typeface="Verdana"/>
              </a:rPr>
              <a:t>no</a:t>
            </a:r>
            <a:r>
              <a:rPr sz="2700" spc="-31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75" dirty="0">
                <a:solidFill>
                  <a:srgbClr val="23403C"/>
                </a:solidFill>
                <a:latin typeface="Verdana"/>
                <a:cs typeface="Verdana"/>
              </a:rPr>
              <a:t>siempre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95" dirty="0">
                <a:solidFill>
                  <a:srgbClr val="23403C"/>
                </a:solidFill>
                <a:latin typeface="Verdana"/>
                <a:cs typeface="Verdana"/>
              </a:rPr>
              <a:t>es</a:t>
            </a:r>
            <a:r>
              <a:rPr sz="2700" spc="-31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204" dirty="0">
                <a:solidFill>
                  <a:srgbClr val="23403C"/>
                </a:solidFill>
                <a:latin typeface="Verdana"/>
                <a:cs typeface="Verdana"/>
              </a:rPr>
              <a:t>clara.</a:t>
            </a:r>
            <a:r>
              <a:rPr sz="2700" spc="-31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60" dirty="0">
                <a:solidFill>
                  <a:srgbClr val="23403C"/>
                </a:solidFill>
                <a:latin typeface="Verdana"/>
                <a:cs typeface="Verdana"/>
              </a:rPr>
              <a:t>Por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215" dirty="0">
                <a:solidFill>
                  <a:srgbClr val="23403C"/>
                </a:solidFill>
                <a:latin typeface="Verdana"/>
                <a:cs typeface="Verdana"/>
              </a:rPr>
              <a:t>eso,</a:t>
            </a:r>
            <a:r>
              <a:rPr sz="2700" spc="-31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65" dirty="0">
                <a:solidFill>
                  <a:srgbClr val="23403C"/>
                </a:solidFill>
                <a:latin typeface="Verdana"/>
                <a:cs typeface="Verdana"/>
              </a:rPr>
              <a:t>crear</a:t>
            </a:r>
            <a:r>
              <a:rPr sz="2700" spc="-31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25" dirty="0">
                <a:solidFill>
                  <a:srgbClr val="23403C"/>
                </a:solidFill>
                <a:latin typeface="Verdana"/>
                <a:cs typeface="Verdana"/>
              </a:rPr>
              <a:t>un </a:t>
            </a:r>
            <a:r>
              <a:rPr sz="2700" spc="-165" dirty="0">
                <a:solidFill>
                  <a:srgbClr val="23403C"/>
                </a:solidFill>
                <a:latin typeface="Verdana"/>
                <a:cs typeface="Verdana"/>
              </a:rPr>
              <a:t>software</a:t>
            </a:r>
            <a:r>
              <a:rPr sz="2700" spc="-32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20" dirty="0">
                <a:solidFill>
                  <a:srgbClr val="23403C"/>
                </a:solidFill>
                <a:latin typeface="Verdana"/>
                <a:cs typeface="Verdana"/>
              </a:rPr>
              <a:t>que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90" dirty="0">
                <a:solidFill>
                  <a:srgbClr val="23403C"/>
                </a:solidFill>
                <a:latin typeface="Verdana"/>
                <a:cs typeface="Verdana"/>
              </a:rPr>
              <a:t>ayuda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235" dirty="0">
                <a:solidFill>
                  <a:srgbClr val="23403C"/>
                </a:solidFill>
                <a:latin typeface="Verdana"/>
                <a:cs typeface="Verdana"/>
              </a:rPr>
              <a:t>a</a:t>
            </a:r>
            <a:r>
              <a:rPr sz="2700" spc="-32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70" dirty="0">
                <a:solidFill>
                  <a:srgbClr val="23403C"/>
                </a:solidFill>
                <a:latin typeface="Verdana"/>
                <a:cs typeface="Verdana"/>
              </a:rPr>
              <a:t>organizar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204" dirty="0">
                <a:solidFill>
                  <a:srgbClr val="23403C"/>
                </a:solidFill>
                <a:latin typeface="Verdana"/>
                <a:cs typeface="Verdana"/>
              </a:rPr>
              <a:t>mejor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65" dirty="0">
                <a:solidFill>
                  <a:srgbClr val="23403C"/>
                </a:solidFill>
                <a:latin typeface="Verdana"/>
                <a:cs typeface="Verdana"/>
              </a:rPr>
              <a:t>la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70" dirty="0">
                <a:solidFill>
                  <a:srgbClr val="23403C"/>
                </a:solidFill>
                <a:latin typeface="Verdana"/>
                <a:cs typeface="Verdana"/>
              </a:rPr>
              <a:t>gestión,</a:t>
            </a:r>
            <a:r>
              <a:rPr sz="2700" spc="-32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25" dirty="0">
                <a:solidFill>
                  <a:srgbClr val="23403C"/>
                </a:solidFill>
                <a:latin typeface="Verdana"/>
                <a:cs typeface="Verdana"/>
              </a:rPr>
              <a:t>las </a:t>
            </a:r>
            <a:r>
              <a:rPr sz="2700" spc="-125" dirty="0">
                <a:solidFill>
                  <a:srgbClr val="23403C"/>
                </a:solidFill>
                <a:latin typeface="Verdana"/>
                <a:cs typeface="Verdana"/>
              </a:rPr>
              <a:t>solicitudes</a:t>
            </a:r>
            <a:r>
              <a:rPr sz="2700" spc="-33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290" dirty="0">
                <a:solidFill>
                  <a:srgbClr val="23403C"/>
                </a:solidFill>
                <a:latin typeface="Verdana"/>
                <a:cs typeface="Verdana"/>
              </a:rPr>
              <a:t>y</a:t>
            </a:r>
            <a:r>
              <a:rPr sz="2700" spc="-32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45" dirty="0">
                <a:solidFill>
                  <a:srgbClr val="23403C"/>
                </a:solidFill>
                <a:latin typeface="Verdana"/>
                <a:cs typeface="Verdana"/>
              </a:rPr>
              <a:t>los</a:t>
            </a:r>
            <a:r>
              <a:rPr sz="2700" spc="-33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229" dirty="0">
                <a:solidFill>
                  <a:srgbClr val="23403C"/>
                </a:solidFill>
                <a:latin typeface="Verdana"/>
                <a:cs typeface="Verdana"/>
              </a:rPr>
              <a:t>avisos,</a:t>
            </a:r>
            <a:r>
              <a:rPr sz="2700" spc="-32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80" dirty="0">
                <a:solidFill>
                  <a:srgbClr val="23403C"/>
                </a:solidFill>
                <a:latin typeface="Verdana"/>
                <a:cs typeface="Verdana"/>
              </a:rPr>
              <a:t>todo</a:t>
            </a:r>
            <a:r>
              <a:rPr sz="2700" spc="-32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45" dirty="0">
                <a:solidFill>
                  <a:srgbClr val="23403C"/>
                </a:solidFill>
                <a:latin typeface="Verdana"/>
                <a:cs typeface="Verdana"/>
              </a:rPr>
              <a:t>en</a:t>
            </a:r>
            <a:r>
              <a:rPr sz="2700" spc="-33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50" dirty="0">
                <a:solidFill>
                  <a:srgbClr val="23403C"/>
                </a:solidFill>
                <a:latin typeface="Verdana"/>
                <a:cs typeface="Verdana"/>
              </a:rPr>
              <a:t>un</a:t>
            </a:r>
            <a:r>
              <a:rPr sz="2700" spc="-32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30" dirty="0">
                <a:solidFill>
                  <a:srgbClr val="23403C"/>
                </a:solidFill>
                <a:latin typeface="Verdana"/>
                <a:cs typeface="Verdana"/>
              </a:rPr>
              <a:t>solo</a:t>
            </a:r>
            <a:r>
              <a:rPr sz="2700" spc="-32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0" dirty="0">
                <a:solidFill>
                  <a:srgbClr val="23403C"/>
                </a:solidFill>
                <a:latin typeface="Verdana"/>
                <a:cs typeface="Verdana"/>
              </a:rPr>
              <a:t>lugar.</a:t>
            </a:r>
            <a:endParaRPr sz="2700">
              <a:latin typeface="Verdana"/>
              <a:cs typeface="Verdan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1227" y="8580580"/>
            <a:ext cx="1400174" cy="13525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5326" y="5035097"/>
            <a:ext cx="671830" cy="750570"/>
          </a:xfrm>
          <a:custGeom>
            <a:avLst/>
            <a:gdLst/>
            <a:ahLst/>
            <a:cxnLst/>
            <a:rect l="l" t="t" r="r" b="b"/>
            <a:pathLst>
              <a:path w="671830" h="750570">
                <a:moveTo>
                  <a:pt x="0" y="695135"/>
                </a:moveTo>
                <a:lnTo>
                  <a:pt x="0" y="55275"/>
                </a:lnTo>
                <a:lnTo>
                  <a:pt x="1905" y="40883"/>
                </a:lnTo>
                <a:lnTo>
                  <a:pt x="27531" y="7466"/>
                </a:lnTo>
                <a:lnTo>
                  <a:pt x="55091" y="0"/>
                </a:lnTo>
                <a:lnTo>
                  <a:pt x="70005" y="1890"/>
                </a:lnTo>
                <a:lnTo>
                  <a:pt x="69490" y="1890"/>
                </a:lnTo>
                <a:lnTo>
                  <a:pt x="82700" y="7282"/>
                </a:lnTo>
                <a:lnTo>
                  <a:pt x="643864" y="327948"/>
                </a:lnTo>
                <a:lnTo>
                  <a:pt x="669388" y="360944"/>
                </a:lnTo>
                <a:lnTo>
                  <a:pt x="671289" y="375205"/>
                </a:lnTo>
                <a:lnTo>
                  <a:pt x="669388" y="389466"/>
                </a:lnTo>
                <a:lnTo>
                  <a:pt x="643864" y="422462"/>
                </a:lnTo>
                <a:lnTo>
                  <a:pt x="82700" y="743128"/>
                </a:lnTo>
                <a:lnTo>
                  <a:pt x="55091" y="750410"/>
                </a:lnTo>
                <a:lnTo>
                  <a:pt x="41643" y="748614"/>
                </a:lnTo>
                <a:lnTo>
                  <a:pt x="41162" y="748614"/>
                </a:lnTo>
                <a:lnTo>
                  <a:pt x="27531" y="742943"/>
                </a:lnTo>
                <a:lnTo>
                  <a:pt x="16039" y="734072"/>
                </a:lnTo>
                <a:lnTo>
                  <a:pt x="7374" y="722719"/>
                </a:lnTo>
                <a:lnTo>
                  <a:pt x="1905" y="709527"/>
                </a:lnTo>
                <a:lnTo>
                  <a:pt x="0" y="695135"/>
                </a:lnTo>
                <a:close/>
              </a:path>
            </a:pathLst>
          </a:custGeom>
          <a:solidFill>
            <a:srgbClr val="1C7362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9845021" y="0"/>
            <a:ext cx="8443595" cy="10287000"/>
            <a:chOff x="9845021" y="0"/>
            <a:chExt cx="8443595" cy="10287000"/>
          </a:xfrm>
        </p:grpSpPr>
        <p:sp>
          <p:nvSpPr>
            <p:cNvPr id="4" name="object 4"/>
            <p:cNvSpPr/>
            <p:nvPr/>
          </p:nvSpPr>
          <p:spPr>
            <a:xfrm>
              <a:off x="11783068" y="0"/>
              <a:ext cx="6504940" cy="5589270"/>
            </a:xfrm>
            <a:custGeom>
              <a:avLst/>
              <a:gdLst/>
              <a:ahLst/>
              <a:cxnLst/>
              <a:rect l="l" t="t" r="r" b="b"/>
              <a:pathLst>
                <a:path w="6504940" h="5589270">
                  <a:moveTo>
                    <a:pt x="6504930" y="5588854"/>
                  </a:moveTo>
                  <a:lnTo>
                    <a:pt x="219998" y="5588854"/>
                  </a:lnTo>
                  <a:lnTo>
                    <a:pt x="173642" y="5583945"/>
                  </a:lnTo>
                  <a:lnTo>
                    <a:pt x="130028" y="5569723"/>
                  </a:lnTo>
                  <a:lnTo>
                    <a:pt x="90469" y="5546942"/>
                  </a:lnTo>
                  <a:lnTo>
                    <a:pt x="56276" y="5516359"/>
                  </a:lnTo>
                  <a:lnTo>
                    <a:pt x="28763" y="5478729"/>
                  </a:lnTo>
                  <a:lnTo>
                    <a:pt x="9741" y="5436171"/>
                  </a:lnTo>
                  <a:lnTo>
                    <a:pt x="152" y="5391310"/>
                  </a:lnTo>
                  <a:lnTo>
                    <a:pt x="0" y="5345661"/>
                  </a:lnTo>
                  <a:lnTo>
                    <a:pt x="9289" y="5300737"/>
                  </a:lnTo>
                  <a:lnTo>
                    <a:pt x="28026" y="5258053"/>
                  </a:lnTo>
                  <a:lnTo>
                    <a:pt x="3032628" y="0"/>
                  </a:lnTo>
                  <a:lnTo>
                    <a:pt x="6504930" y="0"/>
                  </a:lnTo>
                  <a:lnTo>
                    <a:pt x="6504930" y="5588854"/>
                  </a:lnTo>
                  <a:close/>
                </a:path>
              </a:pathLst>
            </a:custGeom>
            <a:solidFill>
              <a:srgbClr val="2340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609450" y="0"/>
              <a:ext cx="3716020" cy="3030855"/>
            </a:xfrm>
            <a:custGeom>
              <a:avLst/>
              <a:gdLst/>
              <a:ahLst/>
              <a:cxnLst/>
              <a:rect l="l" t="t" r="r" b="b"/>
              <a:pathLst>
                <a:path w="3716019" h="3030855">
                  <a:moveTo>
                    <a:pt x="0" y="0"/>
                  </a:moveTo>
                  <a:lnTo>
                    <a:pt x="3715958" y="0"/>
                  </a:lnTo>
                  <a:lnTo>
                    <a:pt x="2047008" y="2920663"/>
                  </a:lnTo>
                  <a:lnTo>
                    <a:pt x="2019964" y="2958119"/>
                  </a:lnTo>
                  <a:lnTo>
                    <a:pt x="1986225" y="2988581"/>
                  </a:lnTo>
                  <a:lnTo>
                    <a:pt x="1947105" y="3011283"/>
                  </a:lnTo>
                  <a:lnTo>
                    <a:pt x="1903918" y="3025464"/>
                  </a:lnTo>
                  <a:lnTo>
                    <a:pt x="1857979" y="3030360"/>
                  </a:lnTo>
                  <a:lnTo>
                    <a:pt x="1812039" y="3025464"/>
                  </a:lnTo>
                  <a:lnTo>
                    <a:pt x="1768853" y="3011283"/>
                  </a:lnTo>
                  <a:lnTo>
                    <a:pt x="1729732" y="2988581"/>
                  </a:lnTo>
                  <a:lnTo>
                    <a:pt x="1695993" y="2958119"/>
                  </a:lnTo>
                  <a:lnTo>
                    <a:pt x="1668950" y="29206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7362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671902" y="3210679"/>
              <a:ext cx="5616575" cy="7076440"/>
            </a:xfrm>
            <a:custGeom>
              <a:avLst/>
              <a:gdLst/>
              <a:ahLst/>
              <a:cxnLst/>
              <a:rect l="l" t="t" r="r" b="b"/>
              <a:pathLst>
                <a:path w="5616575" h="7076440">
                  <a:moveTo>
                    <a:pt x="5616098" y="7076320"/>
                  </a:moveTo>
                  <a:lnTo>
                    <a:pt x="0" y="7076320"/>
                  </a:lnTo>
                  <a:lnTo>
                    <a:pt x="3980926" y="109697"/>
                  </a:lnTo>
                  <a:lnTo>
                    <a:pt x="4007969" y="72240"/>
                  </a:lnTo>
                  <a:lnTo>
                    <a:pt x="4041708" y="41779"/>
                  </a:lnTo>
                  <a:lnTo>
                    <a:pt x="4080829" y="19077"/>
                  </a:lnTo>
                  <a:lnTo>
                    <a:pt x="4124016" y="4896"/>
                  </a:lnTo>
                  <a:lnTo>
                    <a:pt x="4169955" y="0"/>
                  </a:lnTo>
                  <a:lnTo>
                    <a:pt x="4215895" y="4896"/>
                  </a:lnTo>
                  <a:lnTo>
                    <a:pt x="4259081" y="19077"/>
                  </a:lnTo>
                  <a:lnTo>
                    <a:pt x="4298201" y="41779"/>
                  </a:lnTo>
                  <a:lnTo>
                    <a:pt x="4331940" y="72240"/>
                  </a:lnTo>
                  <a:lnTo>
                    <a:pt x="4358983" y="109697"/>
                  </a:lnTo>
                  <a:lnTo>
                    <a:pt x="5616098" y="2309647"/>
                  </a:lnTo>
                  <a:lnTo>
                    <a:pt x="5616098" y="7076320"/>
                  </a:lnTo>
                  <a:close/>
                </a:path>
              </a:pathLst>
            </a:custGeom>
            <a:solidFill>
              <a:srgbClr val="2340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039573" y="7839034"/>
              <a:ext cx="3050540" cy="2448560"/>
            </a:xfrm>
            <a:custGeom>
              <a:avLst/>
              <a:gdLst/>
              <a:ahLst/>
              <a:cxnLst/>
              <a:rect l="l" t="t" r="r" b="b"/>
              <a:pathLst>
                <a:path w="3050540" h="2448559">
                  <a:moveTo>
                    <a:pt x="3050363" y="2447964"/>
                  </a:moveTo>
                  <a:lnTo>
                    <a:pt x="0" y="2447964"/>
                  </a:lnTo>
                  <a:lnTo>
                    <a:pt x="1336152" y="109697"/>
                  </a:lnTo>
                  <a:lnTo>
                    <a:pt x="1363196" y="72240"/>
                  </a:lnTo>
                  <a:lnTo>
                    <a:pt x="1396935" y="41779"/>
                  </a:lnTo>
                  <a:lnTo>
                    <a:pt x="1436055" y="19077"/>
                  </a:lnTo>
                  <a:lnTo>
                    <a:pt x="1479242" y="4896"/>
                  </a:lnTo>
                  <a:lnTo>
                    <a:pt x="1525181" y="0"/>
                  </a:lnTo>
                  <a:lnTo>
                    <a:pt x="1571120" y="4896"/>
                  </a:lnTo>
                  <a:lnTo>
                    <a:pt x="1614307" y="19077"/>
                  </a:lnTo>
                  <a:lnTo>
                    <a:pt x="1653427" y="41779"/>
                  </a:lnTo>
                  <a:lnTo>
                    <a:pt x="1687166" y="72240"/>
                  </a:lnTo>
                  <a:lnTo>
                    <a:pt x="1714210" y="109697"/>
                  </a:lnTo>
                  <a:lnTo>
                    <a:pt x="3050363" y="2447964"/>
                  </a:lnTo>
                  <a:close/>
                </a:path>
              </a:pathLst>
            </a:custGeom>
            <a:solidFill>
              <a:srgbClr val="1C7362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45021" y="1422674"/>
              <a:ext cx="8277224" cy="761047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532818" y="1422674"/>
              <a:ext cx="7755255" cy="7606665"/>
            </a:xfrm>
            <a:custGeom>
              <a:avLst/>
              <a:gdLst/>
              <a:ahLst/>
              <a:cxnLst/>
              <a:rect l="l" t="t" r="r" b="b"/>
              <a:pathLst>
                <a:path w="7755255" h="7606665">
                  <a:moveTo>
                    <a:pt x="7755181" y="7606653"/>
                  </a:moveTo>
                  <a:lnTo>
                    <a:pt x="2491072" y="7606653"/>
                  </a:lnTo>
                  <a:lnTo>
                    <a:pt x="2440827" y="7604750"/>
                  </a:lnTo>
                  <a:lnTo>
                    <a:pt x="2391306" y="7599110"/>
                  </a:lnTo>
                  <a:lnTo>
                    <a:pt x="2342686" y="7589836"/>
                  </a:lnTo>
                  <a:lnTo>
                    <a:pt x="2295147" y="7577031"/>
                  </a:lnTo>
                  <a:lnTo>
                    <a:pt x="2248867" y="7560797"/>
                  </a:lnTo>
                  <a:lnTo>
                    <a:pt x="2204025" y="7541236"/>
                  </a:lnTo>
                  <a:lnTo>
                    <a:pt x="2160799" y="7518452"/>
                  </a:lnTo>
                  <a:lnTo>
                    <a:pt x="2119367" y="7492548"/>
                  </a:lnTo>
                  <a:lnTo>
                    <a:pt x="2079909" y="7463625"/>
                  </a:lnTo>
                  <a:lnTo>
                    <a:pt x="2042603" y="7431787"/>
                  </a:lnTo>
                  <a:lnTo>
                    <a:pt x="2007627" y="7397136"/>
                  </a:lnTo>
                  <a:lnTo>
                    <a:pt x="1975161" y="7359776"/>
                  </a:lnTo>
                  <a:lnTo>
                    <a:pt x="1945382" y="7319808"/>
                  </a:lnTo>
                  <a:lnTo>
                    <a:pt x="1918470" y="7277336"/>
                  </a:lnTo>
                  <a:lnTo>
                    <a:pt x="88830" y="4132643"/>
                  </a:lnTo>
                  <a:lnTo>
                    <a:pt x="65263" y="4088322"/>
                  </a:lnTo>
                  <a:lnTo>
                    <a:pt x="45321" y="4042744"/>
                  </a:lnTo>
                  <a:lnTo>
                    <a:pt x="29005" y="3996118"/>
                  </a:lnTo>
                  <a:lnTo>
                    <a:pt x="16315" y="3948653"/>
                  </a:lnTo>
                  <a:lnTo>
                    <a:pt x="7251" y="3900560"/>
                  </a:lnTo>
                  <a:lnTo>
                    <a:pt x="1812" y="3852048"/>
                  </a:lnTo>
                  <a:lnTo>
                    <a:pt x="0" y="3803326"/>
                  </a:lnTo>
                  <a:lnTo>
                    <a:pt x="1812" y="3754604"/>
                  </a:lnTo>
                  <a:lnTo>
                    <a:pt x="7251" y="3706092"/>
                  </a:lnTo>
                  <a:lnTo>
                    <a:pt x="16315" y="3657999"/>
                  </a:lnTo>
                  <a:lnTo>
                    <a:pt x="29005" y="3610535"/>
                  </a:lnTo>
                  <a:lnTo>
                    <a:pt x="45321" y="3563909"/>
                  </a:lnTo>
                  <a:lnTo>
                    <a:pt x="65263" y="3518331"/>
                  </a:lnTo>
                  <a:lnTo>
                    <a:pt x="88830" y="3474010"/>
                  </a:lnTo>
                  <a:lnTo>
                    <a:pt x="1918470" y="329316"/>
                  </a:lnTo>
                  <a:lnTo>
                    <a:pt x="1945382" y="286844"/>
                  </a:lnTo>
                  <a:lnTo>
                    <a:pt x="1975161" y="246876"/>
                  </a:lnTo>
                  <a:lnTo>
                    <a:pt x="2007627" y="209516"/>
                  </a:lnTo>
                  <a:lnTo>
                    <a:pt x="2042603" y="174865"/>
                  </a:lnTo>
                  <a:lnTo>
                    <a:pt x="2079909" y="143027"/>
                  </a:lnTo>
                  <a:lnTo>
                    <a:pt x="2119367" y="114105"/>
                  </a:lnTo>
                  <a:lnTo>
                    <a:pt x="2160799" y="88200"/>
                  </a:lnTo>
                  <a:lnTo>
                    <a:pt x="2204025" y="65416"/>
                  </a:lnTo>
                  <a:lnTo>
                    <a:pt x="2248867" y="45856"/>
                  </a:lnTo>
                  <a:lnTo>
                    <a:pt x="2295147" y="29621"/>
                  </a:lnTo>
                  <a:lnTo>
                    <a:pt x="2342686" y="16816"/>
                  </a:lnTo>
                  <a:lnTo>
                    <a:pt x="2391306" y="7542"/>
                  </a:lnTo>
                  <a:lnTo>
                    <a:pt x="2440827" y="1902"/>
                  </a:lnTo>
                  <a:lnTo>
                    <a:pt x="2491072" y="0"/>
                  </a:lnTo>
                  <a:lnTo>
                    <a:pt x="7755181" y="0"/>
                  </a:lnTo>
                  <a:lnTo>
                    <a:pt x="7755181" y="7606653"/>
                  </a:lnTo>
                  <a:close/>
                </a:path>
              </a:pathLst>
            </a:custGeom>
            <a:solidFill>
              <a:srgbClr val="1C73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484505" marR="5080">
              <a:lnSpc>
                <a:spcPts val="7430"/>
              </a:lnSpc>
              <a:spcBef>
                <a:spcPts val="565"/>
              </a:spcBef>
            </a:pPr>
            <a:r>
              <a:rPr spc="-345" dirty="0"/>
              <a:t>PREGUNTA</a:t>
            </a:r>
            <a:r>
              <a:rPr spc="-830" dirty="0"/>
              <a:t> </a:t>
            </a:r>
            <a:r>
              <a:rPr spc="-360" dirty="0"/>
              <a:t>DEL </a:t>
            </a:r>
            <a:r>
              <a:rPr spc="-355" dirty="0"/>
              <a:t>PROYECTO: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672572" y="4676811"/>
            <a:ext cx="7872730" cy="1454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2700" spc="-110" dirty="0">
                <a:solidFill>
                  <a:srgbClr val="23403C"/>
                </a:solidFill>
                <a:latin typeface="Verdana"/>
                <a:cs typeface="Verdana"/>
              </a:rPr>
              <a:t>¿Cómo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10" dirty="0">
                <a:solidFill>
                  <a:srgbClr val="23403C"/>
                </a:solidFill>
                <a:latin typeface="Verdana"/>
                <a:cs typeface="Verdana"/>
              </a:rPr>
              <a:t>puede</a:t>
            </a:r>
            <a:r>
              <a:rPr sz="2700" spc="-31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50" dirty="0">
                <a:solidFill>
                  <a:srgbClr val="23403C"/>
                </a:solidFill>
                <a:latin typeface="Verdana"/>
                <a:cs typeface="Verdana"/>
              </a:rPr>
              <a:t>un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95" dirty="0">
                <a:solidFill>
                  <a:srgbClr val="23403C"/>
                </a:solidFill>
                <a:latin typeface="Verdana"/>
                <a:cs typeface="Verdana"/>
              </a:rPr>
              <a:t>sistema</a:t>
            </a:r>
            <a:r>
              <a:rPr sz="2700" spc="-31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00" dirty="0">
                <a:solidFill>
                  <a:srgbClr val="23403C"/>
                </a:solidFill>
                <a:latin typeface="Verdana"/>
                <a:cs typeface="Verdana"/>
              </a:rPr>
              <a:t>de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40" dirty="0">
                <a:solidFill>
                  <a:srgbClr val="23403C"/>
                </a:solidFill>
                <a:latin typeface="Verdana"/>
                <a:cs typeface="Verdana"/>
              </a:rPr>
              <a:t>información</a:t>
            </a:r>
            <a:r>
              <a:rPr sz="2700" spc="-31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10" dirty="0">
                <a:solidFill>
                  <a:srgbClr val="23403C"/>
                </a:solidFill>
                <a:latin typeface="Verdana"/>
                <a:cs typeface="Verdana"/>
              </a:rPr>
              <a:t>optimizar </a:t>
            </a:r>
            <a:r>
              <a:rPr sz="2700" spc="-165" dirty="0">
                <a:solidFill>
                  <a:srgbClr val="23403C"/>
                </a:solidFill>
                <a:latin typeface="Verdana"/>
                <a:cs typeface="Verdana"/>
              </a:rPr>
              <a:t>la</a:t>
            </a:r>
            <a:r>
              <a:rPr sz="2700" spc="-32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35" dirty="0">
                <a:solidFill>
                  <a:srgbClr val="23403C"/>
                </a:solidFill>
                <a:latin typeface="Verdana"/>
                <a:cs typeface="Verdana"/>
              </a:rPr>
              <a:t>gestión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75" dirty="0">
                <a:solidFill>
                  <a:srgbClr val="23403C"/>
                </a:solidFill>
                <a:latin typeface="Verdana"/>
                <a:cs typeface="Verdana"/>
              </a:rPr>
              <a:t>administrativa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290" dirty="0">
                <a:solidFill>
                  <a:srgbClr val="23403C"/>
                </a:solidFill>
                <a:latin typeface="Verdana"/>
                <a:cs typeface="Verdana"/>
              </a:rPr>
              <a:t>y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65" dirty="0">
                <a:solidFill>
                  <a:srgbClr val="23403C"/>
                </a:solidFill>
                <a:latin typeface="Verdana"/>
                <a:cs typeface="Verdana"/>
              </a:rPr>
              <a:t>la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20" dirty="0">
                <a:solidFill>
                  <a:srgbClr val="23403C"/>
                </a:solidFill>
                <a:latin typeface="Verdana"/>
                <a:cs typeface="Verdana"/>
              </a:rPr>
              <a:t>comunicación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45" dirty="0">
                <a:solidFill>
                  <a:srgbClr val="23403C"/>
                </a:solidFill>
                <a:latin typeface="Verdana"/>
                <a:cs typeface="Verdana"/>
              </a:rPr>
              <a:t>en</a:t>
            </a:r>
            <a:r>
              <a:rPr sz="2700" spc="-32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25" dirty="0">
                <a:solidFill>
                  <a:srgbClr val="23403C"/>
                </a:solidFill>
                <a:latin typeface="Verdana"/>
                <a:cs typeface="Verdana"/>
              </a:rPr>
              <a:t>un </a:t>
            </a:r>
            <a:r>
              <a:rPr sz="2700" spc="-130" dirty="0">
                <a:solidFill>
                  <a:srgbClr val="23403C"/>
                </a:solidFill>
                <a:latin typeface="Verdana"/>
                <a:cs typeface="Verdana"/>
              </a:rPr>
              <a:t>conjunto</a:t>
            </a:r>
            <a:r>
              <a:rPr sz="2700" spc="-29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40" dirty="0">
                <a:solidFill>
                  <a:srgbClr val="23403C"/>
                </a:solidFill>
                <a:latin typeface="Verdana"/>
                <a:cs typeface="Verdana"/>
              </a:rPr>
              <a:t>residencial</a:t>
            </a:r>
            <a:r>
              <a:rPr sz="2700" spc="-29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45" dirty="0">
                <a:solidFill>
                  <a:srgbClr val="23403C"/>
                </a:solidFill>
                <a:latin typeface="Verdana"/>
                <a:cs typeface="Verdana"/>
              </a:rPr>
              <a:t>Casa</a:t>
            </a:r>
            <a:r>
              <a:rPr sz="2700" spc="-29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0" dirty="0">
                <a:solidFill>
                  <a:srgbClr val="23403C"/>
                </a:solidFill>
                <a:latin typeface="Verdana"/>
                <a:cs typeface="Verdana"/>
              </a:rPr>
              <a:t>Blanca?</a:t>
            </a:r>
            <a:endParaRPr sz="2700">
              <a:latin typeface="Verdana"/>
              <a:cs typeface="Verdan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5327" y="8731332"/>
            <a:ext cx="1400174" cy="13525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786955" y="0"/>
            <a:ext cx="2120900" cy="3893820"/>
          </a:xfrm>
          <a:custGeom>
            <a:avLst/>
            <a:gdLst/>
            <a:ahLst/>
            <a:cxnLst/>
            <a:rect l="l" t="t" r="r" b="b"/>
            <a:pathLst>
              <a:path w="2120900" h="3893820">
                <a:moveTo>
                  <a:pt x="166" y="0"/>
                </a:moveTo>
                <a:lnTo>
                  <a:pt x="2120542" y="0"/>
                </a:lnTo>
                <a:lnTo>
                  <a:pt x="2120708" y="1863"/>
                </a:lnTo>
                <a:lnTo>
                  <a:pt x="2113694" y="52010"/>
                </a:lnTo>
                <a:lnTo>
                  <a:pt x="1132069" y="3838114"/>
                </a:lnTo>
                <a:lnTo>
                  <a:pt x="1105693" y="3878114"/>
                </a:lnTo>
                <a:lnTo>
                  <a:pt x="1060354" y="3893607"/>
                </a:lnTo>
                <a:lnTo>
                  <a:pt x="1036099" y="3889532"/>
                </a:lnTo>
                <a:lnTo>
                  <a:pt x="998671" y="3860570"/>
                </a:lnTo>
                <a:lnTo>
                  <a:pt x="7014" y="52010"/>
                </a:lnTo>
                <a:lnTo>
                  <a:pt x="0" y="1863"/>
                </a:lnTo>
                <a:lnTo>
                  <a:pt x="166" y="0"/>
                </a:lnTo>
                <a:close/>
              </a:path>
            </a:pathLst>
          </a:custGeom>
          <a:solidFill>
            <a:srgbClr val="1C7362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4123507"/>
            <a:ext cx="18288000" cy="6163945"/>
            <a:chOff x="0" y="4123507"/>
            <a:chExt cx="18288000" cy="6163945"/>
          </a:xfrm>
        </p:grpSpPr>
        <p:sp>
          <p:nvSpPr>
            <p:cNvPr id="4" name="object 4"/>
            <p:cNvSpPr/>
            <p:nvPr/>
          </p:nvSpPr>
          <p:spPr>
            <a:xfrm>
              <a:off x="15223018" y="4123507"/>
              <a:ext cx="3065145" cy="6163945"/>
            </a:xfrm>
            <a:custGeom>
              <a:avLst/>
              <a:gdLst/>
              <a:ahLst/>
              <a:cxnLst/>
              <a:rect l="l" t="t" r="r" b="b"/>
              <a:pathLst>
                <a:path w="3065144" h="6163945">
                  <a:moveTo>
                    <a:pt x="145740" y="0"/>
                  </a:moveTo>
                  <a:lnTo>
                    <a:pt x="3064984" y="0"/>
                  </a:lnTo>
                  <a:lnTo>
                    <a:pt x="3064984" y="6163492"/>
                  </a:lnTo>
                  <a:lnTo>
                    <a:pt x="2072297" y="6163492"/>
                  </a:lnTo>
                  <a:lnTo>
                    <a:pt x="10415" y="260967"/>
                  </a:lnTo>
                  <a:lnTo>
                    <a:pt x="0" y="213525"/>
                  </a:lnTo>
                  <a:lnTo>
                    <a:pt x="1070" y="165628"/>
                  </a:lnTo>
                  <a:lnTo>
                    <a:pt x="13337" y="119317"/>
                  </a:lnTo>
                  <a:lnTo>
                    <a:pt x="36514" y="76631"/>
                  </a:lnTo>
                  <a:lnTo>
                    <a:pt x="69168" y="40675"/>
                  </a:lnTo>
                  <a:lnTo>
                    <a:pt x="108844" y="13821"/>
                  </a:lnTo>
                  <a:lnTo>
                    <a:pt x="145740" y="0"/>
                  </a:lnTo>
                  <a:close/>
                </a:path>
              </a:pathLst>
            </a:custGeom>
            <a:solidFill>
              <a:srgbClr val="2340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4359730"/>
              <a:ext cx="15790544" cy="3158490"/>
            </a:xfrm>
            <a:custGeom>
              <a:avLst/>
              <a:gdLst/>
              <a:ahLst/>
              <a:cxnLst/>
              <a:rect l="l" t="t" r="r" b="b"/>
              <a:pathLst>
                <a:path w="15790544" h="3158490">
                  <a:moveTo>
                    <a:pt x="15652515" y="3158098"/>
                  </a:moveTo>
                  <a:lnTo>
                    <a:pt x="0" y="3158098"/>
                  </a:lnTo>
                  <a:lnTo>
                    <a:pt x="0" y="0"/>
                  </a:lnTo>
                  <a:lnTo>
                    <a:pt x="13160900" y="0"/>
                  </a:lnTo>
                  <a:lnTo>
                    <a:pt x="13209832" y="2031"/>
                  </a:lnTo>
                  <a:lnTo>
                    <a:pt x="13258052" y="8055"/>
                  </a:lnTo>
                  <a:lnTo>
                    <a:pt x="13305338" y="17965"/>
                  </a:lnTo>
                  <a:lnTo>
                    <a:pt x="13351471" y="31654"/>
                  </a:lnTo>
                  <a:lnTo>
                    <a:pt x="13396231" y="49016"/>
                  </a:lnTo>
                  <a:lnTo>
                    <a:pt x="13439398" y="69943"/>
                  </a:lnTo>
                  <a:lnTo>
                    <a:pt x="13480753" y="94330"/>
                  </a:lnTo>
                  <a:lnTo>
                    <a:pt x="13520074" y="122069"/>
                  </a:lnTo>
                  <a:lnTo>
                    <a:pt x="13557143" y="153054"/>
                  </a:lnTo>
                  <a:lnTo>
                    <a:pt x="13591739" y="187179"/>
                  </a:lnTo>
                  <a:lnTo>
                    <a:pt x="13623642" y="224336"/>
                  </a:lnTo>
                  <a:lnTo>
                    <a:pt x="15761273" y="2933762"/>
                  </a:lnTo>
                  <a:lnTo>
                    <a:pt x="15780884" y="2967476"/>
                  </a:lnTo>
                  <a:lnTo>
                    <a:pt x="15790222" y="3005044"/>
                  </a:lnTo>
                  <a:lnTo>
                    <a:pt x="15789080" y="3042860"/>
                  </a:lnTo>
                  <a:lnTo>
                    <a:pt x="15777170" y="3080000"/>
                  </a:lnTo>
                  <a:lnTo>
                    <a:pt x="15755388" y="3112354"/>
                  </a:lnTo>
                  <a:lnTo>
                    <a:pt x="15726065" y="3136961"/>
                  </a:lnTo>
                  <a:lnTo>
                    <a:pt x="15691131" y="3152613"/>
                  </a:lnTo>
                  <a:lnTo>
                    <a:pt x="15652515" y="3158098"/>
                  </a:lnTo>
                  <a:close/>
                </a:path>
              </a:pathLst>
            </a:custGeom>
            <a:solidFill>
              <a:srgbClr val="1C73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81256" y="0"/>
            <a:ext cx="906742" cy="159755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66411" rIns="0" bIns="0" rtlCol="0">
            <a:spAutoFit/>
          </a:bodyPr>
          <a:lstStyle/>
          <a:p>
            <a:pPr marL="12700" marR="5080">
              <a:lnSpc>
                <a:spcPts val="7430"/>
              </a:lnSpc>
              <a:spcBef>
                <a:spcPts val="565"/>
              </a:spcBef>
            </a:pPr>
            <a:r>
              <a:rPr spc="-415" dirty="0"/>
              <a:t>OBJETIVO </a:t>
            </a:r>
            <a:r>
              <a:rPr spc="-400" dirty="0"/>
              <a:t>GENERAL: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16000" y="4945931"/>
            <a:ext cx="7312025" cy="1454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2700" spc="-190" dirty="0">
                <a:solidFill>
                  <a:srgbClr val="FFFFFF"/>
                </a:solidFill>
                <a:latin typeface="Verdana"/>
                <a:cs typeface="Verdana"/>
              </a:rPr>
              <a:t>Implementar</a:t>
            </a:r>
            <a:r>
              <a:rPr sz="2700" spc="-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50" dirty="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sz="2700" spc="-3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95" dirty="0">
                <a:solidFill>
                  <a:srgbClr val="FFFFFF"/>
                </a:solidFill>
                <a:latin typeface="Verdana"/>
                <a:cs typeface="Verdana"/>
              </a:rPr>
              <a:t>sistema</a:t>
            </a:r>
            <a:r>
              <a:rPr sz="2700" spc="-3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0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700" spc="-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40" dirty="0">
                <a:solidFill>
                  <a:srgbClr val="FFFFFF"/>
                </a:solidFill>
                <a:latin typeface="Verdana"/>
                <a:cs typeface="Verdana"/>
              </a:rPr>
              <a:t>información</a:t>
            </a:r>
            <a:r>
              <a:rPr sz="2700" spc="-3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25" dirty="0">
                <a:solidFill>
                  <a:srgbClr val="FFFFFF"/>
                </a:solidFill>
                <a:latin typeface="Verdana"/>
                <a:cs typeface="Verdana"/>
              </a:rPr>
              <a:t>que </a:t>
            </a:r>
            <a:r>
              <a:rPr sz="2700" spc="-114" dirty="0">
                <a:solidFill>
                  <a:srgbClr val="FFFFFF"/>
                </a:solidFill>
                <a:latin typeface="Verdana"/>
                <a:cs typeface="Verdana"/>
              </a:rPr>
              <a:t>optimice</a:t>
            </a:r>
            <a:r>
              <a:rPr sz="2700" spc="-3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65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2700" spc="-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35" dirty="0">
                <a:solidFill>
                  <a:srgbClr val="FFFFFF"/>
                </a:solidFill>
                <a:latin typeface="Verdana"/>
                <a:cs typeface="Verdana"/>
              </a:rPr>
              <a:t>gestión</a:t>
            </a:r>
            <a:r>
              <a:rPr sz="2700" spc="-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0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700" spc="-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40" dirty="0">
                <a:solidFill>
                  <a:srgbClr val="FFFFFF"/>
                </a:solidFill>
                <a:latin typeface="Verdana"/>
                <a:cs typeface="Verdana"/>
              </a:rPr>
              <a:t>procesos</a:t>
            </a:r>
            <a:r>
              <a:rPr sz="2700" spc="-3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45" dirty="0">
                <a:solidFill>
                  <a:srgbClr val="FFFFFF"/>
                </a:solidFill>
                <a:latin typeface="Verdana"/>
                <a:cs typeface="Verdana"/>
              </a:rPr>
              <a:t>administrativos en</a:t>
            </a:r>
            <a:r>
              <a:rPr sz="2700" spc="-3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50" dirty="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sz="2700" spc="-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30" dirty="0">
                <a:solidFill>
                  <a:srgbClr val="FFFFFF"/>
                </a:solidFill>
                <a:latin typeface="Verdana"/>
                <a:cs typeface="Verdana"/>
              </a:rPr>
              <a:t>conjunto</a:t>
            </a:r>
            <a:r>
              <a:rPr sz="2700" spc="-3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40" dirty="0">
                <a:solidFill>
                  <a:srgbClr val="FFFFFF"/>
                </a:solidFill>
                <a:latin typeface="Verdana"/>
                <a:cs typeface="Verdana"/>
              </a:rPr>
              <a:t>residencial</a:t>
            </a:r>
            <a:r>
              <a:rPr sz="2700" spc="-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45" dirty="0">
                <a:solidFill>
                  <a:srgbClr val="FFFFFF"/>
                </a:solidFill>
                <a:latin typeface="Verdana"/>
                <a:cs typeface="Verdana"/>
              </a:rPr>
              <a:t>Casa</a:t>
            </a:r>
            <a:r>
              <a:rPr sz="2700" spc="-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Verdana"/>
                <a:cs typeface="Verdana"/>
              </a:rPr>
              <a:t>Blanca.</a:t>
            </a:r>
            <a:endParaRPr sz="270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6993" y="8747062"/>
            <a:ext cx="1400174" cy="13525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972675"/>
            <a:ext cx="17230327" cy="31432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18288000" cy="2228850"/>
            <a:chOff x="0" y="0"/>
            <a:chExt cx="18288000" cy="2228850"/>
          </a:xfrm>
        </p:grpSpPr>
        <p:sp>
          <p:nvSpPr>
            <p:cNvPr id="4" name="object 4"/>
            <p:cNvSpPr/>
            <p:nvPr/>
          </p:nvSpPr>
          <p:spPr>
            <a:xfrm>
              <a:off x="13438658" y="0"/>
              <a:ext cx="4849495" cy="1687195"/>
            </a:xfrm>
            <a:custGeom>
              <a:avLst/>
              <a:gdLst/>
              <a:ahLst/>
              <a:cxnLst/>
              <a:rect l="l" t="t" r="r" b="b"/>
              <a:pathLst>
                <a:path w="4849495" h="1687195">
                  <a:moveTo>
                    <a:pt x="4849340" y="1686942"/>
                  </a:moveTo>
                  <a:lnTo>
                    <a:pt x="1249750" y="1686942"/>
                  </a:lnTo>
                  <a:lnTo>
                    <a:pt x="1201942" y="1684621"/>
                  </a:lnTo>
                  <a:lnTo>
                    <a:pt x="1155084" y="1677768"/>
                  </a:lnTo>
                  <a:lnTo>
                    <a:pt x="1109456" y="1666544"/>
                  </a:lnTo>
                  <a:lnTo>
                    <a:pt x="1065338" y="1651111"/>
                  </a:lnTo>
                  <a:lnTo>
                    <a:pt x="1023008" y="1631631"/>
                  </a:lnTo>
                  <a:lnTo>
                    <a:pt x="982746" y="1608267"/>
                  </a:lnTo>
                  <a:lnTo>
                    <a:pt x="944831" y="1581179"/>
                  </a:lnTo>
                  <a:lnTo>
                    <a:pt x="909543" y="1550531"/>
                  </a:lnTo>
                  <a:lnTo>
                    <a:pt x="877159" y="1516485"/>
                  </a:lnTo>
                  <a:lnTo>
                    <a:pt x="847960" y="1479201"/>
                  </a:lnTo>
                  <a:lnTo>
                    <a:pt x="822225" y="1438843"/>
                  </a:lnTo>
                  <a:lnTo>
                    <a:pt x="0" y="0"/>
                  </a:lnTo>
                  <a:lnTo>
                    <a:pt x="4849340" y="0"/>
                  </a:lnTo>
                  <a:lnTo>
                    <a:pt x="4849340" y="1686942"/>
                  </a:lnTo>
                  <a:close/>
                </a:path>
              </a:pathLst>
            </a:custGeom>
            <a:solidFill>
              <a:srgbClr val="2340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4605000" cy="2228850"/>
            </a:xfrm>
            <a:custGeom>
              <a:avLst/>
              <a:gdLst/>
              <a:ahLst/>
              <a:cxnLst/>
              <a:rect l="l" t="t" r="r" b="b"/>
              <a:pathLst>
                <a:path w="14605000" h="2228850">
                  <a:moveTo>
                    <a:pt x="12992308" y="2228589"/>
                  </a:moveTo>
                  <a:lnTo>
                    <a:pt x="0" y="2228589"/>
                  </a:lnTo>
                  <a:lnTo>
                    <a:pt x="0" y="0"/>
                  </a:lnTo>
                  <a:lnTo>
                    <a:pt x="14604771" y="0"/>
                  </a:lnTo>
                  <a:lnTo>
                    <a:pt x="13491632" y="1939453"/>
                  </a:lnTo>
                  <a:lnTo>
                    <a:pt x="13464182" y="1982712"/>
                  </a:lnTo>
                  <a:lnTo>
                    <a:pt x="13433323" y="2022970"/>
                  </a:lnTo>
                  <a:lnTo>
                    <a:pt x="13399305" y="2060081"/>
                  </a:lnTo>
                  <a:lnTo>
                    <a:pt x="13362380" y="2093902"/>
                  </a:lnTo>
                  <a:lnTo>
                    <a:pt x="13322796" y="2124286"/>
                  </a:lnTo>
                  <a:lnTo>
                    <a:pt x="13280805" y="2151089"/>
                  </a:lnTo>
                  <a:lnTo>
                    <a:pt x="13236656" y="2174166"/>
                  </a:lnTo>
                  <a:lnTo>
                    <a:pt x="13190600" y="2193372"/>
                  </a:lnTo>
                  <a:lnTo>
                    <a:pt x="13142887" y="2208562"/>
                  </a:lnTo>
                  <a:lnTo>
                    <a:pt x="13093767" y="2219592"/>
                  </a:lnTo>
                  <a:lnTo>
                    <a:pt x="13043491" y="2226316"/>
                  </a:lnTo>
                  <a:lnTo>
                    <a:pt x="12992308" y="2228589"/>
                  </a:lnTo>
                  <a:close/>
                </a:path>
              </a:pathLst>
            </a:custGeom>
            <a:solidFill>
              <a:srgbClr val="1C73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83769" y="2487292"/>
            <a:ext cx="12813030" cy="574040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48590" indent="-148590">
              <a:lnSpc>
                <a:spcPct val="100000"/>
              </a:lnSpc>
              <a:spcBef>
                <a:spcPts val="610"/>
              </a:spcBef>
              <a:buSzPct val="72222"/>
              <a:buChar char="•"/>
              <a:tabLst>
                <a:tab pos="148590" algn="l"/>
              </a:tabLst>
            </a:pPr>
            <a:r>
              <a:rPr sz="2700" spc="-165" dirty="0">
                <a:solidFill>
                  <a:srgbClr val="23403C"/>
                </a:solidFill>
                <a:latin typeface="Verdana"/>
                <a:cs typeface="Verdana"/>
              </a:rPr>
              <a:t>Desarrollar</a:t>
            </a:r>
            <a:r>
              <a:rPr sz="2700" spc="-31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75" dirty="0">
                <a:solidFill>
                  <a:srgbClr val="23403C"/>
                </a:solidFill>
                <a:latin typeface="Verdana"/>
                <a:cs typeface="Verdana"/>
              </a:rPr>
              <a:t>una</a:t>
            </a:r>
            <a:r>
              <a:rPr sz="2700" spc="-30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75" dirty="0">
                <a:solidFill>
                  <a:srgbClr val="23403C"/>
                </a:solidFill>
                <a:latin typeface="Verdana"/>
                <a:cs typeface="Verdana"/>
              </a:rPr>
              <a:t>herramienta</a:t>
            </a:r>
            <a:r>
              <a:rPr sz="2700" spc="-31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25" dirty="0">
                <a:solidFill>
                  <a:srgbClr val="23403C"/>
                </a:solidFill>
                <a:latin typeface="Verdana"/>
                <a:cs typeface="Verdana"/>
              </a:rPr>
              <a:t>práctica</a:t>
            </a:r>
            <a:r>
              <a:rPr sz="2700" spc="-30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20" dirty="0">
                <a:solidFill>
                  <a:srgbClr val="23403C"/>
                </a:solidFill>
                <a:latin typeface="Verdana"/>
                <a:cs typeface="Verdana"/>
              </a:rPr>
              <a:t>que</a:t>
            </a:r>
            <a:r>
              <a:rPr sz="2700" spc="-31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90" dirty="0">
                <a:solidFill>
                  <a:srgbClr val="23403C"/>
                </a:solidFill>
                <a:latin typeface="Verdana"/>
                <a:cs typeface="Verdana"/>
              </a:rPr>
              <a:t>mejore</a:t>
            </a:r>
            <a:r>
              <a:rPr sz="2700" spc="-30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65" dirty="0">
                <a:solidFill>
                  <a:srgbClr val="23403C"/>
                </a:solidFill>
                <a:latin typeface="Verdana"/>
                <a:cs typeface="Verdana"/>
              </a:rPr>
              <a:t>la</a:t>
            </a:r>
            <a:r>
              <a:rPr sz="2700" spc="-30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20" dirty="0">
                <a:solidFill>
                  <a:srgbClr val="23403C"/>
                </a:solidFill>
                <a:latin typeface="Verdana"/>
                <a:cs typeface="Verdana"/>
              </a:rPr>
              <a:t>comunicación</a:t>
            </a:r>
            <a:r>
              <a:rPr sz="2700" spc="-31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20" dirty="0">
                <a:solidFill>
                  <a:srgbClr val="23403C"/>
                </a:solidFill>
                <a:latin typeface="Verdana"/>
                <a:cs typeface="Verdana"/>
              </a:rPr>
              <a:t>interna.</a:t>
            </a:r>
            <a:endParaRPr sz="27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2700" dirty="0">
              <a:latin typeface="Verdana"/>
              <a:cs typeface="Verdana"/>
            </a:endParaRPr>
          </a:p>
          <a:p>
            <a:pPr marL="148590" indent="-148590">
              <a:lnSpc>
                <a:spcPct val="100000"/>
              </a:lnSpc>
              <a:spcBef>
                <a:spcPts val="509"/>
              </a:spcBef>
              <a:buSzPct val="72222"/>
              <a:buChar char="•"/>
              <a:tabLst>
                <a:tab pos="148590" algn="l"/>
              </a:tabLst>
            </a:pPr>
            <a:r>
              <a:rPr sz="2700" spc="-130" dirty="0">
                <a:solidFill>
                  <a:srgbClr val="23403C"/>
                </a:solidFill>
                <a:latin typeface="Verdana"/>
                <a:cs typeface="Verdana"/>
              </a:rPr>
              <a:t>Optimizar</a:t>
            </a:r>
            <a:r>
              <a:rPr sz="2700" spc="-32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65" dirty="0">
                <a:solidFill>
                  <a:srgbClr val="23403C"/>
                </a:solidFill>
                <a:latin typeface="Verdana"/>
                <a:cs typeface="Verdana"/>
              </a:rPr>
              <a:t>la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35" dirty="0">
                <a:solidFill>
                  <a:srgbClr val="23403C"/>
                </a:solidFill>
                <a:latin typeface="Verdana"/>
                <a:cs typeface="Verdana"/>
              </a:rPr>
              <a:t>gestión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75" dirty="0">
                <a:solidFill>
                  <a:srgbClr val="23403C"/>
                </a:solidFill>
                <a:latin typeface="Verdana"/>
                <a:cs typeface="Verdana"/>
              </a:rPr>
              <a:t>administrativa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290" dirty="0">
                <a:solidFill>
                  <a:srgbClr val="23403C"/>
                </a:solidFill>
                <a:latin typeface="Verdana"/>
                <a:cs typeface="Verdana"/>
              </a:rPr>
              <a:t>y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30" dirty="0">
                <a:solidFill>
                  <a:srgbClr val="23403C"/>
                </a:solidFill>
                <a:latin typeface="Verdana"/>
                <a:cs typeface="Verdana"/>
              </a:rPr>
              <a:t>reducir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50" dirty="0">
                <a:solidFill>
                  <a:srgbClr val="23403C"/>
                </a:solidFill>
                <a:latin typeface="Verdana"/>
                <a:cs typeface="Verdana"/>
              </a:rPr>
              <a:t>tiempos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00" dirty="0">
                <a:solidFill>
                  <a:srgbClr val="23403C"/>
                </a:solidFill>
                <a:latin typeface="Verdana"/>
                <a:cs typeface="Verdana"/>
              </a:rPr>
              <a:t>de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65" dirty="0">
                <a:solidFill>
                  <a:srgbClr val="23403C"/>
                </a:solidFill>
                <a:latin typeface="Verdana"/>
                <a:cs typeface="Verdana"/>
              </a:rPr>
              <a:t>respuesta.</a:t>
            </a:r>
            <a:endParaRPr sz="27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2700" dirty="0">
              <a:latin typeface="Verdana"/>
              <a:cs typeface="Verdana"/>
            </a:endParaRPr>
          </a:p>
          <a:p>
            <a:pPr marL="148590" indent="-148590">
              <a:lnSpc>
                <a:spcPct val="100000"/>
              </a:lnSpc>
              <a:spcBef>
                <a:spcPts val="509"/>
              </a:spcBef>
              <a:buSzPct val="72222"/>
              <a:buChar char="•"/>
              <a:tabLst>
                <a:tab pos="148590" algn="l"/>
              </a:tabLst>
            </a:pPr>
            <a:r>
              <a:rPr sz="2700" spc="-110" dirty="0">
                <a:solidFill>
                  <a:srgbClr val="23403C"/>
                </a:solidFill>
                <a:latin typeface="Verdana"/>
                <a:cs typeface="Verdana"/>
              </a:rPr>
              <a:t>Facilitar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40" dirty="0">
                <a:solidFill>
                  <a:srgbClr val="23403C"/>
                </a:solidFill>
                <a:latin typeface="Verdana"/>
                <a:cs typeface="Verdana"/>
              </a:rPr>
              <a:t>procesos</a:t>
            </a:r>
            <a:r>
              <a:rPr sz="2700" spc="-30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20" dirty="0">
                <a:solidFill>
                  <a:srgbClr val="23403C"/>
                </a:solidFill>
                <a:latin typeface="Verdana"/>
                <a:cs typeface="Verdana"/>
              </a:rPr>
              <a:t>como</a:t>
            </a:r>
            <a:r>
              <a:rPr sz="2700" spc="-30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95" dirty="0">
                <a:solidFill>
                  <a:srgbClr val="23403C"/>
                </a:solidFill>
                <a:latin typeface="Verdana"/>
                <a:cs typeface="Verdana"/>
              </a:rPr>
              <a:t>pagos,</a:t>
            </a:r>
            <a:r>
              <a:rPr sz="2700" spc="-30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20" dirty="0">
                <a:solidFill>
                  <a:srgbClr val="23403C"/>
                </a:solidFill>
                <a:latin typeface="Verdana"/>
                <a:cs typeface="Verdana"/>
              </a:rPr>
              <a:t>notificaciones</a:t>
            </a:r>
            <a:r>
              <a:rPr sz="2700" spc="-30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290" dirty="0">
                <a:solidFill>
                  <a:srgbClr val="23403C"/>
                </a:solidFill>
                <a:latin typeface="Verdana"/>
                <a:cs typeface="Verdana"/>
              </a:rPr>
              <a:t>y</a:t>
            </a:r>
            <a:r>
              <a:rPr sz="2700" spc="-30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25" dirty="0">
                <a:solidFill>
                  <a:srgbClr val="23403C"/>
                </a:solidFill>
                <a:latin typeface="Verdana"/>
                <a:cs typeface="Verdana"/>
              </a:rPr>
              <a:t>solicitudes</a:t>
            </a:r>
            <a:r>
              <a:rPr sz="2700" spc="-30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00" dirty="0">
                <a:solidFill>
                  <a:srgbClr val="23403C"/>
                </a:solidFill>
                <a:latin typeface="Verdana"/>
                <a:cs typeface="Verdana"/>
              </a:rPr>
              <a:t>de</a:t>
            </a:r>
            <a:r>
              <a:rPr sz="2700" spc="-30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65" dirty="0">
                <a:solidFill>
                  <a:srgbClr val="23403C"/>
                </a:solidFill>
                <a:latin typeface="Verdana"/>
                <a:cs typeface="Verdana"/>
              </a:rPr>
              <a:t>servicios</a:t>
            </a:r>
            <a:r>
              <a:rPr sz="2700" spc="-30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40" dirty="0">
                <a:solidFill>
                  <a:srgbClr val="23403C"/>
                </a:solidFill>
                <a:latin typeface="Verdana"/>
                <a:cs typeface="Verdana"/>
              </a:rPr>
              <a:t>externos.</a:t>
            </a:r>
            <a:endParaRPr sz="27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2700" dirty="0">
              <a:latin typeface="Verdana"/>
              <a:cs typeface="Verdana"/>
            </a:endParaRPr>
          </a:p>
          <a:p>
            <a:pPr marL="148590" indent="-148590">
              <a:lnSpc>
                <a:spcPct val="100000"/>
              </a:lnSpc>
              <a:spcBef>
                <a:spcPts val="509"/>
              </a:spcBef>
              <a:buSzPct val="72222"/>
              <a:buChar char="•"/>
              <a:tabLst>
                <a:tab pos="148590" algn="l"/>
              </a:tabLst>
            </a:pPr>
            <a:r>
              <a:rPr sz="2700" spc="-130" dirty="0">
                <a:solidFill>
                  <a:srgbClr val="23403C"/>
                </a:solidFill>
                <a:latin typeface="Verdana"/>
                <a:cs typeface="Verdana"/>
              </a:rPr>
              <a:t>Aportar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75" dirty="0">
                <a:solidFill>
                  <a:srgbClr val="23403C"/>
                </a:solidFill>
                <a:latin typeface="Verdana"/>
                <a:cs typeface="Verdana"/>
              </a:rPr>
              <a:t>una</a:t>
            </a:r>
            <a:r>
              <a:rPr sz="2700" spc="-31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20" dirty="0">
                <a:solidFill>
                  <a:srgbClr val="23403C"/>
                </a:solidFill>
                <a:latin typeface="Verdana"/>
                <a:cs typeface="Verdana"/>
              </a:rPr>
              <a:t>solución</a:t>
            </a:r>
            <a:r>
              <a:rPr sz="2700" spc="-31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10" dirty="0">
                <a:solidFill>
                  <a:srgbClr val="23403C"/>
                </a:solidFill>
                <a:latin typeface="Verdana"/>
                <a:cs typeface="Verdana"/>
              </a:rPr>
              <a:t>eficiente</a:t>
            </a:r>
            <a:r>
              <a:rPr sz="2700" spc="-31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290" dirty="0">
                <a:solidFill>
                  <a:srgbClr val="23403C"/>
                </a:solidFill>
                <a:latin typeface="Verdana"/>
                <a:cs typeface="Verdana"/>
              </a:rPr>
              <a:t>y</a:t>
            </a:r>
            <a:r>
              <a:rPr sz="2700" spc="-31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20" dirty="0">
                <a:solidFill>
                  <a:srgbClr val="23403C"/>
                </a:solidFill>
                <a:latin typeface="Verdana"/>
                <a:cs typeface="Verdana"/>
              </a:rPr>
              <a:t>accesible</a:t>
            </a:r>
            <a:r>
              <a:rPr sz="2700" spc="-31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90" dirty="0">
                <a:solidFill>
                  <a:srgbClr val="23403C"/>
                </a:solidFill>
                <a:latin typeface="Verdana"/>
                <a:cs typeface="Verdana"/>
              </a:rPr>
              <a:t>para</a:t>
            </a:r>
            <a:r>
              <a:rPr sz="2700" spc="-31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65" dirty="0">
                <a:solidFill>
                  <a:srgbClr val="23403C"/>
                </a:solidFill>
                <a:latin typeface="Verdana"/>
                <a:cs typeface="Verdana"/>
              </a:rPr>
              <a:t>la</a:t>
            </a:r>
            <a:r>
              <a:rPr sz="2700" spc="-31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30" dirty="0">
                <a:solidFill>
                  <a:srgbClr val="23403C"/>
                </a:solidFill>
                <a:latin typeface="Verdana"/>
                <a:cs typeface="Verdana"/>
              </a:rPr>
              <a:t>comunidad.</a:t>
            </a:r>
            <a:endParaRPr sz="27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2700" dirty="0">
              <a:latin typeface="Verdana"/>
              <a:cs typeface="Verdana"/>
            </a:endParaRPr>
          </a:p>
          <a:p>
            <a:pPr marL="148590" indent="-148590">
              <a:lnSpc>
                <a:spcPct val="100000"/>
              </a:lnSpc>
              <a:spcBef>
                <a:spcPts val="509"/>
              </a:spcBef>
              <a:buSzPct val="72222"/>
              <a:buChar char="•"/>
              <a:tabLst>
                <a:tab pos="148590" algn="l"/>
              </a:tabLst>
            </a:pPr>
            <a:r>
              <a:rPr sz="2700" spc="-190" dirty="0">
                <a:solidFill>
                  <a:srgbClr val="23403C"/>
                </a:solidFill>
                <a:latin typeface="Verdana"/>
                <a:cs typeface="Verdana"/>
              </a:rPr>
              <a:t>Implemetar</a:t>
            </a:r>
            <a:r>
              <a:rPr sz="2700" spc="-32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75" dirty="0">
                <a:solidFill>
                  <a:srgbClr val="23403C"/>
                </a:solidFill>
                <a:latin typeface="Verdana"/>
                <a:cs typeface="Verdana"/>
              </a:rPr>
              <a:t>una</a:t>
            </a:r>
            <a:r>
              <a:rPr sz="2700" spc="-32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50" dirty="0">
                <a:solidFill>
                  <a:srgbClr val="23403C"/>
                </a:solidFill>
                <a:latin typeface="Verdana"/>
                <a:cs typeface="Verdana"/>
              </a:rPr>
              <a:t>interfaz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50" dirty="0">
                <a:solidFill>
                  <a:srgbClr val="23403C"/>
                </a:solidFill>
                <a:latin typeface="Verdana"/>
                <a:cs typeface="Verdana"/>
              </a:rPr>
              <a:t>intuitiva</a:t>
            </a:r>
            <a:r>
              <a:rPr sz="2700" spc="-32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20" dirty="0">
                <a:solidFill>
                  <a:srgbClr val="23403C"/>
                </a:solidFill>
                <a:latin typeface="Verdana"/>
                <a:cs typeface="Verdana"/>
              </a:rPr>
              <a:t>que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90" dirty="0">
                <a:solidFill>
                  <a:srgbClr val="23403C"/>
                </a:solidFill>
                <a:latin typeface="Verdana"/>
                <a:cs typeface="Verdana"/>
              </a:rPr>
              <a:t>mejore</a:t>
            </a:r>
            <a:r>
              <a:rPr sz="2700" spc="-32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65" dirty="0">
                <a:solidFill>
                  <a:srgbClr val="23403C"/>
                </a:solidFill>
                <a:latin typeface="Verdana"/>
                <a:cs typeface="Verdana"/>
              </a:rPr>
              <a:t>la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40" dirty="0">
                <a:solidFill>
                  <a:srgbClr val="23403C"/>
                </a:solidFill>
                <a:latin typeface="Verdana"/>
                <a:cs typeface="Verdana"/>
              </a:rPr>
              <a:t>experiencia</a:t>
            </a:r>
            <a:r>
              <a:rPr sz="2700" spc="-32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00" dirty="0">
                <a:solidFill>
                  <a:srgbClr val="23403C"/>
                </a:solidFill>
                <a:latin typeface="Verdana"/>
                <a:cs typeface="Verdana"/>
              </a:rPr>
              <a:t>del</a:t>
            </a:r>
            <a:r>
              <a:rPr sz="2700" spc="-32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0" dirty="0">
                <a:solidFill>
                  <a:srgbClr val="23403C"/>
                </a:solidFill>
                <a:latin typeface="Verdana"/>
                <a:cs typeface="Verdana"/>
              </a:rPr>
              <a:t>usuario</a:t>
            </a:r>
            <a:endParaRPr sz="27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2700" dirty="0">
              <a:latin typeface="Verdana"/>
              <a:cs typeface="Verdana"/>
            </a:endParaRPr>
          </a:p>
          <a:p>
            <a:pPr indent="148590">
              <a:lnSpc>
                <a:spcPct val="115700"/>
              </a:lnSpc>
              <a:buSzPct val="72222"/>
              <a:buChar char="•"/>
              <a:tabLst>
                <a:tab pos="148590" algn="l"/>
              </a:tabLst>
            </a:pPr>
            <a:r>
              <a:rPr sz="2700" spc="-160" dirty="0">
                <a:solidFill>
                  <a:srgbClr val="23403C"/>
                </a:solidFill>
                <a:latin typeface="Verdana"/>
                <a:cs typeface="Verdana"/>
              </a:rPr>
              <a:t>Garantizar</a:t>
            </a:r>
            <a:r>
              <a:rPr sz="2700" spc="-30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65" dirty="0">
                <a:solidFill>
                  <a:srgbClr val="23403C"/>
                </a:solidFill>
                <a:latin typeface="Verdana"/>
                <a:cs typeface="Verdana"/>
              </a:rPr>
              <a:t>la</a:t>
            </a:r>
            <a:r>
              <a:rPr sz="2700" spc="-30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50" dirty="0">
                <a:solidFill>
                  <a:srgbClr val="23403C"/>
                </a:solidFill>
                <a:latin typeface="Verdana"/>
                <a:cs typeface="Verdana"/>
              </a:rPr>
              <a:t>seguridad</a:t>
            </a:r>
            <a:r>
              <a:rPr sz="2700" spc="-30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290" dirty="0">
                <a:solidFill>
                  <a:srgbClr val="23403C"/>
                </a:solidFill>
                <a:latin typeface="Verdana"/>
                <a:cs typeface="Verdana"/>
              </a:rPr>
              <a:t>y</a:t>
            </a:r>
            <a:r>
              <a:rPr sz="2700" spc="-30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10" dirty="0">
                <a:solidFill>
                  <a:srgbClr val="23403C"/>
                </a:solidFill>
                <a:latin typeface="Verdana"/>
                <a:cs typeface="Verdana"/>
              </a:rPr>
              <a:t>confidencialidad</a:t>
            </a:r>
            <a:r>
              <a:rPr sz="2700" spc="-30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00" dirty="0">
                <a:solidFill>
                  <a:srgbClr val="23403C"/>
                </a:solidFill>
                <a:latin typeface="Verdana"/>
                <a:cs typeface="Verdana"/>
              </a:rPr>
              <a:t>de</a:t>
            </a:r>
            <a:r>
              <a:rPr sz="2700" spc="-300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65" dirty="0">
                <a:solidFill>
                  <a:srgbClr val="23403C"/>
                </a:solidFill>
                <a:latin typeface="Verdana"/>
                <a:cs typeface="Verdana"/>
              </a:rPr>
              <a:t>la</a:t>
            </a:r>
            <a:r>
              <a:rPr sz="2700" spc="-30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40" dirty="0">
                <a:solidFill>
                  <a:srgbClr val="23403C"/>
                </a:solidFill>
                <a:latin typeface="Verdana"/>
                <a:cs typeface="Verdana"/>
              </a:rPr>
              <a:t>informacion</a:t>
            </a:r>
            <a:r>
              <a:rPr sz="2700" spc="-30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50" dirty="0">
                <a:solidFill>
                  <a:srgbClr val="23403C"/>
                </a:solidFill>
                <a:latin typeface="Verdana"/>
                <a:cs typeface="Verdana"/>
              </a:rPr>
              <a:t>gestionada</a:t>
            </a:r>
            <a:r>
              <a:rPr sz="2700" spc="-30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125" dirty="0">
                <a:solidFill>
                  <a:srgbClr val="23403C"/>
                </a:solidFill>
                <a:latin typeface="Verdana"/>
                <a:cs typeface="Verdana"/>
              </a:rPr>
              <a:t>dentro</a:t>
            </a:r>
            <a:r>
              <a:rPr sz="2700" spc="-305" dirty="0">
                <a:solidFill>
                  <a:srgbClr val="23403C"/>
                </a:solidFill>
                <a:latin typeface="Verdana"/>
                <a:cs typeface="Verdana"/>
              </a:rPr>
              <a:t> </a:t>
            </a:r>
            <a:r>
              <a:rPr sz="2700" spc="-25" dirty="0">
                <a:solidFill>
                  <a:srgbClr val="23403C"/>
                </a:solidFill>
                <a:latin typeface="Verdana"/>
                <a:cs typeface="Verdana"/>
              </a:rPr>
              <a:t>del </a:t>
            </a:r>
            <a:r>
              <a:rPr sz="2700" spc="-60" dirty="0">
                <a:solidFill>
                  <a:srgbClr val="23403C"/>
                </a:solidFill>
                <a:latin typeface="Verdana"/>
                <a:cs typeface="Verdana"/>
              </a:rPr>
              <a:t>Sistema</a:t>
            </a:r>
            <a:endParaRPr sz="27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31900" y="578228"/>
            <a:ext cx="10335260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5" dirty="0">
                <a:solidFill>
                  <a:srgbClr val="FFFFFF"/>
                </a:solidFill>
              </a:rPr>
              <a:t>OBJETIVO</a:t>
            </a:r>
            <a:r>
              <a:rPr spc="-840" dirty="0">
                <a:solidFill>
                  <a:srgbClr val="FFFFFF"/>
                </a:solidFill>
              </a:rPr>
              <a:t> </a:t>
            </a:r>
            <a:r>
              <a:rPr spc="-520" dirty="0">
                <a:solidFill>
                  <a:srgbClr val="FFFFFF"/>
                </a:solidFill>
              </a:rPr>
              <a:t>ESPECÍFICOS:</a:t>
            </a: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2825" y="8617235"/>
            <a:ext cx="1400174" cy="13525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3086100"/>
            <a:chOff x="0" y="0"/>
            <a:chExt cx="18288000" cy="3086100"/>
          </a:xfrm>
        </p:grpSpPr>
        <p:sp>
          <p:nvSpPr>
            <p:cNvPr id="3" name="object 3"/>
            <p:cNvSpPr/>
            <p:nvPr/>
          </p:nvSpPr>
          <p:spPr>
            <a:xfrm>
              <a:off x="13438658" y="0"/>
              <a:ext cx="4849495" cy="1687195"/>
            </a:xfrm>
            <a:custGeom>
              <a:avLst/>
              <a:gdLst/>
              <a:ahLst/>
              <a:cxnLst/>
              <a:rect l="l" t="t" r="r" b="b"/>
              <a:pathLst>
                <a:path w="4849495" h="1687195">
                  <a:moveTo>
                    <a:pt x="4849340" y="1686942"/>
                  </a:moveTo>
                  <a:lnTo>
                    <a:pt x="1249750" y="1686942"/>
                  </a:lnTo>
                  <a:lnTo>
                    <a:pt x="1201942" y="1684621"/>
                  </a:lnTo>
                  <a:lnTo>
                    <a:pt x="1155084" y="1677768"/>
                  </a:lnTo>
                  <a:lnTo>
                    <a:pt x="1109456" y="1666544"/>
                  </a:lnTo>
                  <a:lnTo>
                    <a:pt x="1065338" y="1651111"/>
                  </a:lnTo>
                  <a:lnTo>
                    <a:pt x="1023008" y="1631631"/>
                  </a:lnTo>
                  <a:lnTo>
                    <a:pt x="982746" y="1608267"/>
                  </a:lnTo>
                  <a:lnTo>
                    <a:pt x="944831" y="1581179"/>
                  </a:lnTo>
                  <a:lnTo>
                    <a:pt x="909543" y="1550531"/>
                  </a:lnTo>
                  <a:lnTo>
                    <a:pt x="877159" y="1516485"/>
                  </a:lnTo>
                  <a:lnTo>
                    <a:pt x="847960" y="1479201"/>
                  </a:lnTo>
                  <a:lnTo>
                    <a:pt x="822225" y="1438843"/>
                  </a:lnTo>
                  <a:lnTo>
                    <a:pt x="0" y="0"/>
                  </a:lnTo>
                  <a:lnTo>
                    <a:pt x="4849340" y="0"/>
                  </a:lnTo>
                  <a:lnTo>
                    <a:pt x="4849340" y="1686942"/>
                  </a:lnTo>
                  <a:close/>
                </a:path>
              </a:pathLst>
            </a:custGeom>
            <a:solidFill>
              <a:srgbClr val="2340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5097125" cy="3086100"/>
            </a:xfrm>
            <a:custGeom>
              <a:avLst/>
              <a:gdLst/>
              <a:ahLst/>
              <a:cxnLst/>
              <a:rect l="l" t="t" r="r" b="b"/>
              <a:pathLst>
                <a:path w="15097125" h="3086100">
                  <a:moveTo>
                    <a:pt x="12992308" y="3085847"/>
                  </a:moveTo>
                  <a:lnTo>
                    <a:pt x="0" y="3085846"/>
                  </a:lnTo>
                  <a:lnTo>
                    <a:pt x="0" y="0"/>
                  </a:lnTo>
                  <a:lnTo>
                    <a:pt x="15096789" y="0"/>
                  </a:lnTo>
                  <a:lnTo>
                    <a:pt x="13491632" y="2796710"/>
                  </a:lnTo>
                  <a:lnTo>
                    <a:pt x="13464182" y="2839969"/>
                  </a:lnTo>
                  <a:lnTo>
                    <a:pt x="13433323" y="2880227"/>
                  </a:lnTo>
                  <a:lnTo>
                    <a:pt x="13399305" y="2917339"/>
                  </a:lnTo>
                  <a:lnTo>
                    <a:pt x="13362380" y="2951159"/>
                  </a:lnTo>
                  <a:lnTo>
                    <a:pt x="13322796" y="2981543"/>
                  </a:lnTo>
                  <a:lnTo>
                    <a:pt x="13280805" y="3008346"/>
                  </a:lnTo>
                  <a:lnTo>
                    <a:pt x="13236656" y="3031423"/>
                  </a:lnTo>
                  <a:lnTo>
                    <a:pt x="13190600" y="3050629"/>
                  </a:lnTo>
                  <a:lnTo>
                    <a:pt x="13142887" y="3065819"/>
                  </a:lnTo>
                  <a:lnTo>
                    <a:pt x="13093767" y="3076849"/>
                  </a:lnTo>
                  <a:lnTo>
                    <a:pt x="13043491" y="3083573"/>
                  </a:lnTo>
                  <a:lnTo>
                    <a:pt x="12992308" y="3085847"/>
                  </a:lnTo>
                  <a:close/>
                </a:path>
              </a:pathLst>
            </a:custGeom>
            <a:solidFill>
              <a:srgbClr val="1C73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972675"/>
            <a:ext cx="17230327" cy="31432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957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15" dirty="0">
                <a:solidFill>
                  <a:srgbClr val="FFFFFF"/>
                </a:solidFill>
              </a:rPr>
              <a:t>ALCANCE: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48590" indent="-148590">
              <a:lnSpc>
                <a:spcPct val="100000"/>
              </a:lnSpc>
              <a:spcBef>
                <a:spcPts val="610"/>
              </a:spcBef>
              <a:buSzPct val="72222"/>
              <a:buChar char="•"/>
              <a:tabLst>
                <a:tab pos="148590" algn="l"/>
              </a:tabLst>
            </a:pPr>
            <a:r>
              <a:rPr spc="-80" dirty="0"/>
              <a:t>En</a:t>
            </a:r>
            <a:r>
              <a:rPr spc="-325" dirty="0"/>
              <a:t> </a:t>
            </a:r>
            <a:r>
              <a:rPr spc="-165" dirty="0"/>
              <a:t>la</a:t>
            </a:r>
            <a:r>
              <a:rPr spc="-325" dirty="0"/>
              <a:t> </a:t>
            </a:r>
            <a:r>
              <a:rPr spc="-180" dirty="0"/>
              <a:t>primera</a:t>
            </a:r>
            <a:r>
              <a:rPr spc="-325" dirty="0"/>
              <a:t> </a:t>
            </a:r>
            <a:r>
              <a:rPr spc="-204" dirty="0"/>
              <a:t>versión,</a:t>
            </a:r>
            <a:r>
              <a:rPr spc="-325" dirty="0"/>
              <a:t> </a:t>
            </a:r>
            <a:r>
              <a:rPr spc="-114" dirty="0"/>
              <a:t>el</a:t>
            </a:r>
            <a:r>
              <a:rPr spc="-320" dirty="0"/>
              <a:t> </a:t>
            </a:r>
            <a:r>
              <a:rPr spc="-195" dirty="0"/>
              <a:t>sistema</a:t>
            </a:r>
            <a:r>
              <a:rPr spc="-325" dirty="0"/>
              <a:t> </a:t>
            </a:r>
            <a:r>
              <a:rPr spc="-145" dirty="0"/>
              <a:t>contará</a:t>
            </a:r>
            <a:r>
              <a:rPr spc="-325" dirty="0"/>
              <a:t> </a:t>
            </a:r>
            <a:r>
              <a:rPr spc="-20" dirty="0"/>
              <a:t>con:</a:t>
            </a: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pc="-375" dirty="0"/>
          </a:p>
          <a:p>
            <a:pPr marL="148590" indent="-148590">
              <a:lnSpc>
                <a:spcPct val="100000"/>
              </a:lnSpc>
              <a:spcBef>
                <a:spcPts val="509"/>
              </a:spcBef>
              <a:buSzPct val="72222"/>
              <a:buChar char="•"/>
              <a:tabLst>
                <a:tab pos="148590" algn="l"/>
              </a:tabLst>
            </a:pPr>
            <a:r>
              <a:rPr spc="-105" dirty="0"/>
              <a:t>Funciones</a:t>
            </a:r>
            <a:r>
              <a:rPr spc="-290" dirty="0"/>
              <a:t> </a:t>
            </a:r>
            <a:r>
              <a:rPr spc="-180" dirty="0"/>
              <a:t>principales:</a:t>
            </a:r>
            <a:r>
              <a:rPr spc="-290" dirty="0"/>
              <a:t> </a:t>
            </a:r>
            <a:r>
              <a:rPr spc="-135" dirty="0"/>
              <a:t>notificaciones,</a:t>
            </a:r>
            <a:r>
              <a:rPr spc="-290" dirty="0"/>
              <a:t> </a:t>
            </a:r>
            <a:r>
              <a:rPr spc="-125" dirty="0"/>
              <a:t>solicitudes</a:t>
            </a:r>
            <a:r>
              <a:rPr spc="-285" dirty="0"/>
              <a:t> </a:t>
            </a:r>
            <a:r>
              <a:rPr spc="-290" dirty="0"/>
              <a:t>y </a:t>
            </a:r>
            <a:r>
              <a:rPr spc="-55" dirty="0"/>
              <a:t>avisos.</a:t>
            </a: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pc="-375" dirty="0"/>
          </a:p>
          <a:p>
            <a:pPr marL="148590" indent="-148590">
              <a:lnSpc>
                <a:spcPct val="100000"/>
              </a:lnSpc>
              <a:spcBef>
                <a:spcPts val="509"/>
              </a:spcBef>
              <a:buSzPct val="72222"/>
              <a:buChar char="•"/>
              <a:tabLst>
                <a:tab pos="148590" algn="l"/>
              </a:tabLst>
            </a:pPr>
            <a:r>
              <a:rPr spc="-210" dirty="0"/>
              <a:t>Usuarios:</a:t>
            </a:r>
            <a:r>
              <a:rPr spc="-310" dirty="0"/>
              <a:t> </a:t>
            </a:r>
            <a:r>
              <a:rPr spc="-150" dirty="0"/>
              <a:t>administración</a:t>
            </a:r>
            <a:r>
              <a:rPr spc="-310" dirty="0"/>
              <a:t> </a:t>
            </a:r>
            <a:r>
              <a:rPr spc="-290" dirty="0"/>
              <a:t>y</a:t>
            </a:r>
            <a:r>
              <a:rPr spc="-305" dirty="0"/>
              <a:t> </a:t>
            </a:r>
            <a:r>
              <a:rPr spc="-75" dirty="0"/>
              <a:t>residentes.</a:t>
            </a: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pc="-375" dirty="0"/>
          </a:p>
          <a:p>
            <a:pPr marL="148590" indent="-148590">
              <a:lnSpc>
                <a:spcPct val="100000"/>
              </a:lnSpc>
              <a:spcBef>
                <a:spcPts val="509"/>
              </a:spcBef>
              <a:buSzPct val="72222"/>
              <a:buChar char="•"/>
              <a:tabLst>
                <a:tab pos="148590" algn="l"/>
              </a:tabLst>
            </a:pPr>
            <a:r>
              <a:rPr spc="-70" dirty="0"/>
              <a:t>Módulos</a:t>
            </a:r>
            <a:r>
              <a:rPr spc="-305" dirty="0"/>
              <a:t> </a:t>
            </a:r>
            <a:r>
              <a:rPr spc="-190" dirty="0"/>
              <a:t>iniciales:</a:t>
            </a:r>
            <a:r>
              <a:rPr spc="-300" dirty="0"/>
              <a:t> </a:t>
            </a:r>
            <a:r>
              <a:rPr spc="-140" dirty="0"/>
              <a:t>comunicación,</a:t>
            </a:r>
            <a:r>
              <a:rPr spc="-305" dirty="0"/>
              <a:t> </a:t>
            </a:r>
            <a:r>
              <a:rPr spc="-135" dirty="0"/>
              <a:t>gestión</a:t>
            </a:r>
            <a:r>
              <a:rPr spc="-300" dirty="0"/>
              <a:t> </a:t>
            </a:r>
            <a:r>
              <a:rPr spc="-100" dirty="0"/>
              <a:t>de</a:t>
            </a:r>
            <a:r>
              <a:rPr spc="-305" dirty="0"/>
              <a:t> </a:t>
            </a:r>
            <a:r>
              <a:rPr spc="-165" dirty="0"/>
              <a:t>servicios</a:t>
            </a:r>
            <a:r>
              <a:rPr spc="-300" dirty="0"/>
              <a:t> </a:t>
            </a:r>
            <a:r>
              <a:rPr spc="-140" dirty="0"/>
              <a:t>externos.</a:t>
            </a: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2825" y="8396375"/>
            <a:ext cx="1400174" cy="13525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5167630"/>
            <a:chOff x="0" y="0"/>
            <a:chExt cx="18288000" cy="5167630"/>
          </a:xfrm>
        </p:grpSpPr>
        <p:sp>
          <p:nvSpPr>
            <p:cNvPr id="3" name="object 3"/>
            <p:cNvSpPr/>
            <p:nvPr/>
          </p:nvSpPr>
          <p:spPr>
            <a:xfrm>
              <a:off x="13438658" y="0"/>
              <a:ext cx="4849495" cy="1687195"/>
            </a:xfrm>
            <a:custGeom>
              <a:avLst/>
              <a:gdLst/>
              <a:ahLst/>
              <a:cxnLst/>
              <a:rect l="l" t="t" r="r" b="b"/>
              <a:pathLst>
                <a:path w="4849495" h="1687195">
                  <a:moveTo>
                    <a:pt x="4849340" y="1686942"/>
                  </a:moveTo>
                  <a:lnTo>
                    <a:pt x="1249750" y="1686942"/>
                  </a:lnTo>
                  <a:lnTo>
                    <a:pt x="1201942" y="1684621"/>
                  </a:lnTo>
                  <a:lnTo>
                    <a:pt x="1155084" y="1677768"/>
                  </a:lnTo>
                  <a:lnTo>
                    <a:pt x="1109456" y="1666544"/>
                  </a:lnTo>
                  <a:lnTo>
                    <a:pt x="1065338" y="1651111"/>
                  </a:lnTo>
                  <a:lnTo>
                    <a:pt x="1023008" y="1631631"/>
                  </a:lnTo>
                  <a:lnTo>
                    <a:pt x="982746" y="1608267"/>
                  </a:lnTo>
                  <a:lnTo>
                    <a:pt x="944831" y="1581179"/>
                  </a:lnTo>
                  <a:lnTo>
                    <a:pt x="909543" y="1550531"/>
                  </a:lnTo>
                  <a:lnTo>
                    <a:pt x="877159" y="1516485"/>
                  </a:lnTo>
                  <a:lnTo>
                    <a:pt x="847960" y="1479201"/>
                  </a:lnTo>
                  <a:lnTo>
                    <a:pt x="822225" y="1438843"/>
                  </a:lnTo>
                  <a:lnTo>
                    <a:pt x="0" y="0"/>
                  </a:lnTo>
                  <a:lnTo>
                    <a:pt x="4849340" y="0"/>
                  </a:lnTo>
                  <a:lnTo>
                    <a:pt x="4849340" y="1686942"/>
                  </a:lnTo>
                  <a:close/>
                </a:path>
              </a:pathLst>
            </a:custGeom>
            <a:solidFill>
              <a:srgbClr val="2340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4605000" cy="2228850"/>
            </a:xfrm>
            <a:custGeom>
              <a:avLst/>
              <a:gdLst/>
              <a:ahLst/>
              <a:cxnLst/>
              <a:rect l="l" t="t" r="r" b="b"/>
              <a:pathLst>
                <a:path w="14605000" h="2228850">
                  <a:moveTo>
                    <a:pt x="12992308" y="2228589"/>
                  </a:moveTo>
                  <a:lnTo>
                    <a:pt x="0" y="2228589"/>
                  </a:lnTo>
                  <a:lnTo>
                    <a:pt x="0" y="0"/>
                  </a:lnTo>
                  <a:lnTo>
                    <a:pt x="14604771" y="0"/>
                  </a:lnTo>
                  <a:lnTo>
                    <a:pt x="13491632" y="1939453"/>
                  </a:lnTo>
                  <a:lnTo>
                    <a:pt x="13464182" y="1982712"/>
                  </a:lnTo>
                  <a:lnTo>
                    <a:pt x="13433323" y="2022970"/>
                  </a:lnTo>
                  <a:lnTo>
                    <a:pt x="13399305" y="2060081"/>
                  </a:lnTo>
                  <a:lnTo>
                    <a:pt x="13362380" y="2093902"/>
                  </a:lnTo>
                  <a:lnTo>
                    <a:pt x="13322796" y="2124286"/>
                  </a:lnTo>
                  <a:lnTo>
                    <a:pt x="13280805" y="2151089"/>
                  </a:lnTo>
                  <a:lnTo>
                    <a:pt x="13236656" y="2174166"/>
                  </a:lnTo>
                  <a:lnTo>
                    <a:pt x="13190600" y="2193372"/>
                  </a:lnTo>
                  <a:lnTo>
                    <a:pt x="13142887" y="2208562"/>
                  </a:lnTo>
                  <a:lnTo>
                    <a:pt x="13093767" y="2219592"/>
                  </a:lnTo>
                  <a:lnTo>
                    <a:pt x="13043491" y="2226316"/>
                  </a:lnTo>
                  <a:lnTo>
                    <a:pt x="12992308" y="2228589"/>
                  </a:lnTo>
                  <a:close/>
                </a:path>
              </a:pathLst>
            </a:custGeom>
            <a:solidFill>
              <a:srgbClr val="1C73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898671" cy="43085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83857" y="4310049"/>
              <a:ext cx="990599" cy="857249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9972675"/>
            <a:ext cx="17230327" cy="3143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87279" y="2365630"/>
            <a:ext cx="13725524" cy="7019924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100"/>
              </a:spcBef>
            </a:pPr>
            <a:r>
              <a:rPr spc="-345" dirty="0">
                <a:solidFill>
                  <a:srgbClr val="FFFFFF"/>
                </a:solidFill>
              </a:rPr>
              <a:t>BPMN</a:t>
            </a: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6775" y="8580580"/>
            <a:ext cx="1400174" cy="135254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7726680" cy="10287000"/>
            <a:chOff x="0" y="0"/>
            <a:chExt cx="772668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7726680" cy="10178415"/>
            </a:xfrm>
            <a:custGeom>
              <a:avLst/>
              <a:gdLst/>
              <a:ahLst/>
              <a:cxnLst/>
              <a:rect l="l" t="t" r="r" b="b"/>
              <a:pathLst>
                <a:path w="7726680" h="10178415">
                  <a:moveTo>
                    <a:pt x="2526667" y="0"/>
                  </a:moveTo>
                  <a:lnTo>
                    <a:pt x="7726169" y="0"/>
                  </a:lnTo>
                  <a:lnTo>
                    <a:pt x="2579161" y="10177956"/>
                  </a:lnTo>
                  <a:lnTo>
                    <a:pt x="0" y="10177956"/>
                  </a:lnTo>
                  <a:lnTo>
                    <a:pt x="0" y="4996360"/>
                  </a:lnTo>
                  <a:lnTo>
                    <a:pt x="2526667" y="0"/>
                  </a:lnTo>
                  <a:close/>
                </a:path>
              </a:pathLst>
            </a:custGeom>
            <a:solidFill>
              <a:srgbClr val="2340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1"/>
              <a:ext cx="6161405" cy="10287000"/>
            </a:xfrm>
            <a:custGeom>
              <a:avLst/>
              <a:gdLst/>
              <a:ahLst/>
              <a:cxnLst/>
              <a:rect l="l" t="t" r="r" b="b"/>
              <a:pathLst>
                <a:path w="6161405" h="10287000">
                  <a:moveTo>
                    <a:pt x="6161405" y="0"/>
                  </a:moveTo>
                  <a:lnTo>
                    <a:pt x="1411274" y="0"/>
                  </a:lnTo>
                  <a:lnTo>
                    <a:pt x="0" y="0"/>
                  </a:lnTo>
                  <a:lnTo>
                    <a:pt x="0" y="1599120"/>
                  </a:lnTo>
                  <a:lnTo>
                    <a:pt x="0" y="6448857"/>
                  </a:lnTo>
                  <a:lnTo>
                    <a:pt x="0" y="8189506"/>
                  </a:lnTo>
                  <a:lnTo>
                    <a:pt x="0" y="10286987"/>
                  </a:lnTo>
                  <a:lnTo>
                    <a:pt x="5149888" y="10286987"/>
                  </a:lnTo>
                  <a:lnTo>
                    <a:pt x="2988653" y="6572351"/>
                  </a:lnTo>
                  <a:lnTo>
                    <a:pt x="2957728" y="6530149"/>
                  </a:lnTo>
                  <a:lnTo>
                    <a:pt x="2919323" y="6495847"/>
                  </a:lnTo>
                  <a:lnTo>
                    <a:pt x="2886087" y="6476746"/>
                  </a:lnTo>
                  <a:lnTo>
                    <a:pt x="6161405" y="0"/>
                  </a:lnTo>
                  <a:close/>
                </a:path>
              </a:pathLst>
            </a:custGeom>
            <a:solidFill>
              <a:srgbClr val="1C73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60248" y="10009713"/>
            <a:ext cx="4227751" cy="27728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7340582" y="2735958"/>
            <a:ext cx="382905" cy="421005"/>
          </a:xfrm>
          <a:custGeom>
            <a:avLst/>
            <a:gdLst/>
            <a:ahLst/>
            <a:cxnLst/>
            <a:rect l="l" t="t" r="r" b="b"/>
            <a:pathLst>
              <a:path w="382904" h="421005">
                <a:moveTo>
                  <a:pt x="0" y="365422"/>
                </a:moveTo>
                <a:lnTo>
                  <a:pt x="0" y="55275"/>
                </a:lnTo>
                <a:lnTo>
                  <a:pt x="1905" y="40883"/>
                </a:lnTo>
                <a:lnTo>
                  <a:pt x="27531" y="7466"/>
                </a:lnTo>
                <a:lnTo>
                  <a:pt x="55091" y="0"/>
                </a:lnTo>
                <a:lnTo>
                  <a:pt x="70005" y="1890"/>
                </a:lnTo>
                <a:lnTo>
                  <a:pt x="69490" y="1890"/>
                </a:lnTo>
                <a:lnTo>
                  <a:pt x="82700" y="7282"/>
                </a:lnTo>
                <a:lnTo>
                  <a:pt x="355365" y="163091"/>
                </a:lnTo>
                <a:lnTo>
                  <a:pt x="380889" y="196087"/>
                </a:lnTo>
                <a:lnTo>
                  <a:pt x="382790" y="210348"/>
                </a:lnTo>
                <a:lnTo>
                  <a:pt x="380889" y="224610"/>
                </a:lnTo>
                <a:lnTo>
                  <a:pt x="355365" y="257606"/>
                </a:lnTo>
                <a:lnTo>
                  <a:pt x="82700" y="413414"/>
                </a:lnTo>
                <a:lnTo>
                  <a:pt x="55091" y="420697"/>
                </a:lnTo>
                <a:lnTo>
                  <a:pt x="41643" y="418901"/>
                </a:lnTo>
                <a:lnTo>
                  <a:pt x="41162" y="418901"/>
                </a:lnTo>
                <a:lnTo>
                  <a:pt x="27531" y="413230"/>
                </a:lnTo>
                <a:lnTo>
                  <a:pt x="16039" y="404359"/>
                </a:lnTo>
                <a:lnTo>
                  <a:pt x="7374" y="393006"/>
                </a:lnTo>
                <a:lnTo>
                  <a:pt x="1905" y="379814"/>
                </a:lnTo>
                <a:lnTo>
                  <a:pt x="0" y="365422"/>
                </a:lnTo>
                <a:close/>
              </a:path>
            </a:pathLst>
          </a:custGeom>
          <a:solidFill>
            <a:srgbClr val="1C7362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16436482" y="0"/>
            <a:ext cx="1851660" cy="1703705"/>
            <a:chOff x="16436482" y="0"/>
            <a:chExt cx="1851660" cy="1703705"/>
          </a:xfrm>
        </p:grpSpPr>
        <p:sp>
          <p:nvSpPr>
            <p:cNvPr id="8" name="object 8"/>
            <p:cNvSpPr/>
            <p:nvPr/>
          </p:nvSpPr>
          <p:spPr>
            <a:xfrm>
              <a:off x="16810708" y="0"/>
              <a:ext cx="1477645" cy="1554480"/>
            </a:xfrm>
            <a:custGeom>
              <a:avLst/>
              <a:gdLst/>
              <a:ahLst/>
              <a:cxnLst/>
              <a:rect l="l" t="t" r="r" b="b"/>
              <a:pathLst>
                <a:path w="1477644" h="1554480">
                  <a:moveTo>
                    <a:pt x="1477290" y="1554381"/>
                  </a:moveTo>
                  <a:lnTo>
                    <a:pt x="1047241" y="1554381"/>
                  </a:lnTo>
                  <a:lnTo>
                    <a:pt x="995213" y="1548877"/>
                  </a:lnTo>
                  <a:lnTo>
                    <a:pt x="946256" y="1532931"/>
                  </a:lnTo>
                  <a:lnTo>
                    <a:pt x="901840" y="1507386"/>
                  </a:lnTo>
                  <a:lnTo>
                    <a:pt x="863437" y="1473090"/>
                  </a:lnTo>
                  <a:lnTo>
                    <a:pt x="832516" y="1430887"/>
                  </a:lnTo>
                  <a:lnTo>
                    <a:pt x="0" y="0"/>
                  </a:lnTo>
                  <a:lnTo>
                    <a:pt x="1477290" y="0"/>
                  </a:lnTo>
                  <a:lnTo>
                    <a:pt x="1477290" y="1554381"/>
                  </a:lnTo>
                  <a:close/>
                </a:path>
              </a:pathLst>
            </a:custGeom>
            <a:solidFill>
              <a:srgbClr val="1C73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09790" y="385225"/>
              <a:ext cx="895349" cy="7334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436482" y="350980"/>
              <a:ext cx="1400174" cy="1352549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0332" rIns="0" bIns="0" rtlCol="0">
            <a:spAutoFit/>
          </a:bodyPr>
          <a:lstStyle/>
          <a:p>
            <a:pPr marL="712089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ENCUESTA</a:t>
            </a: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56523" y="2695947"/>
            <a:ext cx="9052559" cy="61721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Words>320</Words>
  <Application>Microsoft Office PowerPoint</Application>
  <PresentationFormat>Personalizado</PresentationFormat>
  <Paragraphs>57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 MT</vt:lpstr>
      <vt:lpstr>Verdana</vt:lpstr>
      <vt:lpstr>Office Theme</vt:lpstr>
      <vt:lpstr>SISTEMA DE INFORMACION CONJUNTO RESIDENCIAL CASA BLANCA</vt:lpstr>
      <vt:lpstr>INTEGRANTES</vt:lpstr>
      <vt:lpstr>INDICE</vt:lpstr>
      <vt:lpstr>PLANTEAMIENTO DEL PROBLEMA:</vt:lpstr>
      <vt:lpstr>JUSTIFICACIÓN:</vt:lpstr>
      <vt:lpstr>PREGUNTA DEL PROYECTO:</vt:lpstr>
      <vt:lpstr>OBJETIVO GENERAL:</vt:lpstr>
      <vt:lpstr>OBJETIVO ESPECÍFICOS:</vt:lpstr>
      <vt:lpstr>ALCANCE:</vt:lpstr>
      <vt:lpstr>BPMN</vt:lpstr>
      <vt:lpstr>ENCUESTA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White Modern Business Proposal Presentation</dc:title>
  <dc:creator>camilo huerfano</dc:creator>
  <cp:keywords>DAG2czIN_ZA,BAEHHj1ISzw,0</cp:keywords>
  <cp:lastModifiedBy>Nicolas Tocora</cp:lastModifiedBy>
  <cp:revision>1</cp:revision>
  <dcterms:created xsi:type="dcterms:W3CDTF">2025-12-15T21:25:52Z</dcterms:created>
  <dcterms:modified xsi:type="dcterms:W3CDTF">2025-12-15T22:23:48Z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2025-12-15T00:00:00Z</vt:filetime>
  </property>
  <property fmtid="{D5CDD505-2E9C-101B-9397-08002B2CF9AE}" pid="3" name="Creator">
    <vt:lpwstr>Canva</vt:lpwstr>
  </property>
  <property fmtid="{D5CDD505-2E9C-101B-9397-08002B2CF9AE}" pid="4" name="LastSaved">
    <vt:filetime>2025-12-15T00:00:00Z</vt:filetime>
  </property>
  <property fmtid="{D5CDD505-2E9C-101B-9397-08002B2CF9AE}" pid="5" name="Producer">
    <vt:lpwstr>Canva</vt:lpwstr>
  </property>
</Properties>
</file>